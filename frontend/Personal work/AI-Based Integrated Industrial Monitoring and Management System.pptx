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7"/>
  </p:notesMasterIdLst>
  <p:sldIdLst>
    <p:sldId id="256" r:id="rId2"/>
    <p:sldId id="257" r:id="rId3"/>
    <p:sldId id="259" r:id="rId4"/>
    <p:sldId id="260" r:id="rId5"/>
    <p:sldId id="261" r:id="rId6"/>
    <p:sldId id="262" r:id="rId7"/>
    <p:sldId id="263" r:id="rId8"/>
    <p:sldId id="267" r:id="rId9"/>
    <p:sldId id="268" r:id="rId10"/>
    <p:sldId id="269" r:id="rId11"/>
    <p:sldId id="270" r:id="rId12"/>
    <p:sldId id="264" r:id="rId13"/>
    <p:sldId id="265" r:id="rId14"/>
    <p:sldId id="266" r:id="rId15"/>
    <p:sldId id="258"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iCQipsWA0XMr8gFNF+HsxdRwsGq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300" y="-5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IN" b="1" i="1">
                <a:latin typeface="Arial"/>
                <a:ea typeface="Arial"/>
                <a:cs typeface="Arial"/>
                <a:sym typeface="Arial"/>
              </a:rPr>
              <a:t>NOTE:</a:t>
            </a:r>
            <a:endParaRPr/>
          </a:p>
          <a:p>
            <a:pPr marL="0" lvl="0" indent="0" algn="l" rtl="0">
              <a:lnSpc>
                <a:spcPct val="100000"/>
              </a:lnSpc>
              <a:spcBef>
                <a:spcPts val="0"/>
              </a:spcBef>
              <a:spcAft>
                <a:spcPts val="0"/>
              </a:spcAft>
              <a:buSzPts val="1400"/>
              <a:buNone/>
            </a:pPr>
            <a:r>
              <a:rPr lang="en-IN" i="1">
                <a:latin typeface="Arial"/>
                <a:ea typeface="Arial"/>
                <a:cs typeface="Arial"/>
                <a:sym typeface="Arial"/>
              </a:rPr>
              <a:t>To change the  image on this slide, select the picture and delete it. Then click the Pictures icon in the placeholder to insert your own image.</a:t>
            </a:r>
            <a:endParaRPr/>
          </a:p>
        </p:txBody>
      </p:sp>
      <p:sp>
        <p:nvSpPr>
          <p:cNvPr id="118" name="Google Shape;11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 name="Google Shape;12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Arial"/>
                <a:ea typeface="Arial"/>
                <a:cs typeface="Arial"/>
                <a:sym typeface="Arial"/>
              </a:rPr>
              <a:t>10</a:t>
            </a:fld>
            <a:endParaRPr lang="en-IN"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75976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with Picture">
  <p:cSld name="Title Slide with Picture">
    <p:spTree>
      <p:nvGrpSpPr>
        <p:cNvPr id="1" name="Shape 18"/>
        <p:cNvGrpSpPr/>
        <p:nvPr/>
      </p:nvGrpSpPr>
      <p:grpSpPr>
        <a:xfrm>
          <a:off x="0" y="0"/>
          <a:ext cx="0" cy="0"/>
          <a:chOff x="0" y="0"/>
          <a:chExt cx="0" cy="0"/>
        </a:xfrm>
      </p:grpSpPr>
      <p:sp>
        <p:nvSpPr>
          <p:cNvPr id="19" name="Google Shape;19;p23"/>
          <p:cNvSpPr txBox="1">
            <a:spLocks noGrp="1"/>
          </p:cNvSpPr>
          <p:nvPr>
            <p:ph type="ctrTitle"/>
          </p:nvPr>
        </p:nvSpPr>
        <p:spPr>
          <a:xfrm>
            <a:off x="1104900" y="2292094"/>
            <a:ext cx="5734050" cy="2219691"/>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dk1"/>
              </a:buClr>
              <a:buSzPts val="4400"/>
              <a:buFont typeface="Arial"/>
              <a:buNone/>
              <a:defRPr sz="4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3"/>
          <p:cNvSpPr txBox="1">
            <a:spLocks noGrp="1"/>
          </p:cNvSpPr>
          <p:nvPr>
            <p:ph type="subTitle" idx="1"/>
          </p:nvPr>
        </p:nvSpPr>
        <p:spPr>
          <a:xfrm>
            <a:off x="1104900" y="4511784"/>
            <a:ext cx="5734050" cy="955565"/>
          </a:xfrm>
          <a:prstGeom prst="rect">
            <a:avLst/>
          </a:prstGeom>
          <a:noFill/>
          <a:ln>
            <a:noFill/>
          </a:ln>
        </p:spPr>
        <p:txBody>
          <a:bodyPr spcFirstLastPara="1" wrap="square" lIns="0" tIns="45700" rIns="0" bIns="45700" anchor="t" anchorCtr="0">
            <a:normAutofit/>
          </a:bodyPr>
          <a:lstStyle>
            <a:lvl1pPr lvl="0" algn="l">
              <a:lnSpc>
                <a:spcPct val="90000"/>
              </a:lnSpc>
              <a:spcBef>
                <a:spcPts val="0"/>
              </a:spcBef>
              <a:spcAft>
                <a:spcPts val="0"/>
              </a:spcAft>
              <a:buClr>
                <a:schemeClr val="dk1"/>
              </a:buClr>
              <a:buSzPts val="1800"/>
              <a:buNone/>
              <a:defRPr sz="1800"/>
            </a:lvl1pPr>
            <a:lvl2pPr lvl="1" algn="ctr">
              <a:lnSpc>
                <a:spcPct val="90000"/>
              </a:lnSpc>
              <a:spcBef>
                <a:spcPts val="600"/>
              </a:spcBef>
              <a:spcAft>
                <a:spcPts val="0"/>
              </a:spcAft>
              <a:buClr>
                <a:schemeClr val="dk1"/>
              </a:buClr>
              <a:buSzPts val="2000"/>
              <a:buNone/>
              <a:defRPr sz="2000"/>
            </a:lvl2pPr>
            <a:lvl3pPr lvl="2" algn="ctr">
              <a:lnSpc>
                <a:spcPct val="90000"/>
              </a:lnSpc>
              <a:spcBef>
                <a:spcPts val="600"/>
              </a:spcBef>
              <a:spcAft>
                <a:spcPts val="0"/>
              </a:spcAft>
              <a:buClr>
                <a:schemeClr val="dk1"/>
              </a:buClr>
              <a:buSzPts val="1800"/>
              <a:buNone/>
              <a:defRPr sz="1800"/>
            </a:lvl3pPr>
            <a:lvl4pPr lvl="3" algn="ctr">
              <a:lnSpc>
                <a:spcPct val="90000"/>
              </a:lnSpc>
              <a:spcBef>
                <a:spcPts val="600"/>
              </a:spcBef>
              <a:spcAft>
                <a:spcPts val="0"/>
              </a:spcAft>
              <a:buClr>
                <a:schemeClr val="dk1"/>
              </a:buClr>
              <a:buSzPts val="1600"/>
              <a:buNone/>
              <a:defRPr sz="1600"/>
            </a:lvl4pPr>
            <a:lvl5pPr lvl="4" algn="ctr">
              <a:lnSpc>
                <a:spcPct val="9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 name="Google Shape;21;p23" descr="An empty placeholder to add an image. Click on the placeholder and select the image that you wish to add."/>
          <p:cNvSpPr>
            <a:spLocks noGrp="1"/>
          </p:cNvSpPr>
          <p:nvPr>
            <p:ph type="pic" idx="2"/>
          </p:nvPr>
        </p:nvSpPr>
        <p:spPr>
          <a:xfrm>
            <a:off x="6981063" y="1310656"/>
            <a:ext cx="5210937" cy="4208604"/>
          </a:xfrm>
          <a:prstGeom prst="rect">
            <a:avLst/>
          </a:prstGeom>
          <a:solidFill>
            <a:srgbClr val="DED9D6"/>
          </a:solidFill>
          <a:ln>
            <a:noFill/>
          </a:ln>
        </p:spPr>
      </p:sp>
      <p:sp>
        <p:nvSpPr>
          <p:cNvPr id="22" name="Google Shape;22;p23"/>
          <p:cNvSpPr/>
          <p:nvPr/>
        </p:nvSpPr>
        <p:spPr>
          <a:xfrm>
            <a:off x="0" y="0"/>
            <a:ext cx="12192000" cy="107987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23" name="Google Shape;23;p23"/>
          <p:cNvGrpSpPr/>
          <p:nvPr/>
        </p:nvGrpSpPr>
        <p:grpSpPr>
          <a:xfrm>
            <a:off x="0" y="1143000"/>
            <a:ext cx="12192000" cy="63125"/>
            <a:chOff x="507492" y="1501519"/>
            <a:chExt cx="8129016" cy="63125"/>
          </a:xfrm>
        </p:grpSpPr>
        <p:cxnSp>
          <p:nvCxnSpPr>
            <p:cNvPr id="24" name="Google Shape;24;p23"/>
            <p:cNvCxnSpPr/>
            <p:nvPr/>
          </p:nvCxnSpPr>
          <p:spPr>
            <a:xfrm>
              <a:off x="507492" y="1564644"/>
              <a:ext cx="8129016" cy="0"/>
            </a:xfrm>
            <a:prstGeom prst="straightConnector1">
              <a:avLst/>
            </a:prstGeom>
            <a:noFill/>
            <a:ln w="38100" cap="flat" cmpd="sng">
              <a:solidFill>
                <a:schemeClr val="dk1"/>
              </a:solidFill>
              <a:prstDash val="solid"/>
              <a:miter lim="800000"/>
              <a:headEnd type="none" w="sm" len="sm"/>
              <a:tailEnd type="none" w="sm" len="sm"/>
            </a:ln>
          </p:spPr>
        </p:cxnSp>
        <p:cxnSp>
          <p:nvCxnSpPr>
            <p:cNvPr id="25" name="Google Shape;25;p23"/>
            <p:cNvCxnSpPr/>
            <p:nvPr/>
          </p:nvCxnSpPr>
          <p:spPr>
            <a:xfrm>
              <a:off x="507492" y="1501519"/>
              <a:ext cx="8129016" cy="0"/>
            </a:xfrm>
            <a:prstGeom prst="straightConnector1">
              <a:avLst/>
            </a:prstGeom>
            <a:noFill/>
            <a:ln w="12700" cap="flat" cmpd="sng">
              <a:solidFill>
                <a:schemeClr val="dk1"/>
              </a:solidFill>
              <a:prstDash val="solid"/>
              <a:miter lim="800000"/>
              <a:headEnd type="none" w="sm" len="sm"/>
              <a:tailEnd type="none" w="sm" len="sm"/>
            </a:ln>
          </p:spPr>
        </p:cxnSp>
      </p:grpSp>
      <p:pic>
        <p:nvPicPr>
          <p:cNvPr id="26" name="Google Shape;26;p23"/>
          <p:cNvPicPr preferRelativeResize="0"/>
          <p:nvPr/>
        </p:nvPicPr>
        <p:blipFill rotWithShape="1">
          <a:blip r:embed="rId2">
            <a:alphaModFix/>
          </a:blip>
          <a:srcRect/>
          <a:stretch/>
        </p:blipFill>
        <p:spPr>
          <a:xfrm>
            <a:off x="1325880" y="0"/>
            <a:ext cx="1747524" cy="2292094"/>
          </a:xfrm>
          <a:prstGeom prst="rect">
            <a:avLst/>
          </a:prstGeom>
          <a:noFill/>
          <a:ln>
            <a:noFill/>
          </a:ln>
        </p:spPr>
      </p:pic>
      <p:grpSp>
        <p:nvGrpSpPr>
          <p:cNvPr id="27" name="Google Shape;27;p23"/>
          <p:cNvGrpSpPr/>
          <p:nvPr/>
        </p:nvGrpSpPr>
        <p:grpSpPr>
          <a:xfrm rot="10800000">
            <a:off x="0" y="5645510"/>
            <a:ext cx="12192000" cy="63125"/>
            <a:chOff x="507492" y="1501519"/>
            <a:chExt cx="8129016" cy="63125"/>
          </a:xfrm>
        </p:grpSpPr>
        <p:cxnSp>
          <p:nvCxnSpPr>
            <p:cNvPr id="28" name="Google Shape;28;p23"/>
            <p:cNvCxnSpPr/>
            <p:nvPr/>
          </p:nvCxnSpPr>
          <p:spPr>
            <a:xfrm>
              <a:off x="507492" y="1564644"/>
              <a:ext cx="8129016" cy="0"/>
            </a:xfrm>
            <a:prstGeom prst="straightConnector1">
              <a:avLst/>
            </a:prstGeom>
            <a:noFill/>
            <a:ln w="38100" cap="flat" cmpd="sng">
              <a:solidFill>
                <a:schemeClr val="dk1"/>
              </a:solidFill>
              <a:prstDash val="solid"/>
              <a:miter lim="800000"/>
              <a:headEnd type="none" w="sm" len="sm"/>
              <a:tailEnd type="none" w="sm" len="sm"/>
            </a:ln>
          </p:spPr>
        </p:cxnSp>
        <p:cxnSp>
          <p:nvCxnSpPr>
            <p:cNvPr id="29" name="Google Shape;29;p23"/>
            <p:cNvCxnSpPr/>
            <p:nvPr/>
          </p:nvCxnSpPr>
          <p:spPr>
            <a:xfrm>
              <a:off x="507492" y="1501519"/>
              <a:ext cx="8129016" cy="0"/>
            </a:xfrm>
            <a:prstGeom prst="straightConnector1">
              <a:avLst/>
            </a:prstGeom>
            <a:noFill/>
            <a:ln w="12700" cap="flat" cmpd="sng">
              <a:solidFill>
                <a:schemeClr val="dk1"/>
              </a:solidFill>
              <a:prstDash val="solid"/>
              <a:miter lim="800000"/>
              <a:headEnd type="none" w="sm" len="sm"/>
              <a:tailEnd type="none" w="sm" len="sm"/>
            </a:ln>
          </p:spPr>
        </p:cxnSp>
      </p:grpSp>
      <p:sp>
        <p:nvSpPr>
          <p:cNvPr id="30" name="Google Shape;30;p23"/>
          <p:cNvSpPr/>
          <p:nvPr/>
        </p:nvSpPr>
        <p:spPr>
          <a:xfrm>
            <a:off x="0" y="5778124"/>
            <a:ext cx="12192000" cy="107987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1"/>
        <p:cNvGrpSpPr/>
        <p:nvPr/>
      </p:nvGrpSpPr>
      <p:grpSpPr>
        <a:xfrm>
          <a:off x="0" y="0"/>
          <a:ext cx="0" cy="0"/>
          <a:chOff x="0" y="0"/>
          <a:chExt cx="0" cy="0"/>
        </a:xfrm>
      </p:grpSpPr>
      <p:sp>
        <p:nvSpPr>
          <p:cNvPr id="32" name="Google Shape;32;p24"/>
          <p:cNvSpPr txBox="1">
            <a:spLocks noGrp="1"/>
          </p:cNvSpPr>
          <p:nvPr>
            <p:ph type="title"/>
          </p:nvPr>
        </p:nvSpPr>
        <p:spPr>
          <a:xfrm>
            <a:off x="1104900" y="76200"/>
            <a:ext cx="9980682" cy="1096962"/>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4"/>
          <p:cNvSpPr txBox="1">
            <a:spLocks noGrp="1"/>
          </p:cNvSpPr>
          <p:nvPr>
            <p:ph type="body" idx="1"/>
          </p:nvPr>
        </p:nvSpPr>
        <p:spPr>
          <a:xfrm>
            <a:off x="1104900" y="1600200"/>
            <a:ext cx="9982200" cy="45720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800"/>
              </a:spcBef>
              <a:spcAft>
                <a:spcPts val="0"/>
              </a:spcAft>
              <a:buClr>
                <a:schemeClr val="dk1"/>
              </a:buClr>
              <a:buSzPts val="1800"/>
              <a:buChar char="▪"/>
              <a:defRPr/>
            </a:lvl1pPr>
            <a:lvl2pPr marL="914400" lvl="1" indent="-342900" algn="l">
              <a:lnSpc>
                <a:spcPct val="90000"/>
              </a:lnSpc>
              <a:spcBef>
                <a:spcPts val="600"/>
              </a:spcBef>
              <a:spcAft>
                <a:spcPts val="0"/>
              </a:spcAft>
              <a:buClr>
                <a:schemeClr val="dk1"/>
              </a:buClr>
              <a:buSzPts val="1800"/>
              <a:buChar char="▪"/>
              <a:defRPr/>
            </a:lvl2pPr>
            <a:lvl3pPr marL="1371600" lvl="2" indent="-342900" algn="l">
              <a:lnSpc>
                <a:spcPct val="90000"/>
              </a:lnSpc>
              <a:spcBef>
                <a:spcPts val="600"/>
              </a:spcBef>
              <a:spcAft>
                <a:spcPts val="0"/>
              </a:spcAft>
              <a:buClr>
                <a:schemeClr val="dk1"/>
              </a:buClr>
              <a:buSzPts val="1800"/>
              <a:buChar char="▪"/>
              <a:defRPr/>
            </a:lvl3pPr>
            <a:lvl4pPr marL="1828800" lvl="3" indent="-342900" algn="l">
              <a:lnSpc>
                <a:spcPct val="90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4"/>
          <p:cNvSpPr txBox="1">
            <a:spLocks noGrp="1"/>
          </p:cNvSpPr>
          <p:nvPr>
            <p:ph type="dt" idx="10"/>
          </p:nvPr>
        </p:nvSpPr>
        <p:spPr>
          <a:xfrm>
            <a:off x="1104899" y="6356351"/>
            <a:ext cx="1829559" cy="365125"/>
          </a:xfrm>
          <a:prstGeom prst="rect">
            <a:avLst/>
          </a:prstGeom>
          <a:noFill/>
          <a:ln>
            <a:noFill/>
          </a:ln>
        </p:spPr>
        <p:txBody>
          <a:bodyPr spcFirstLastPara="1" wrap="square" lIns="0" tIns="45700" rIns="0"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4"/>
          <p:cNvSpPr txBox="1">
            <a:spLocks noGrp="1"/>
          </p:cNvSpPr>
          <p:nvPr>
            <p:ph type="ftr" idx="11"/>
          </p:nvPr>
        </p:nvSpPr>
        <p:spPr>
          <a:xfrm>
            <a:off x="2934459" y="6356350"/>
            <a:ext cx="6323082" cy="365126"/>
          </a:xfrm>
          <a:prstGeom prst="rect">
            <a:avLst/>
          </a:prstGeom>
          <a:noFill/>
          <a:ln>
            <a:noFill/>
          </a:ln>
        </p:spPr>
        <p:txBody>
          <a:bodyPr spcFirstLastPara="1" wrap="square" lIns="0" tIns="45700" rIns="0"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4"/>
          <p:cNvSpPr txBox="1">
            <a:spLocks noGrp="1"/>
          </p:cNvSpPr>
          <p:nvPr>
            <p:ph type="sldNum" idx="12"/>
          </p:nvPr>
        </p:nvSpPr>
        <p:spPr>
          <a:xfrm>
            <a:off x="9256782" y="6356351"/>
            <a:ext cx="1828800" cy="365125"/>
          </a:xfrm>
          <a:prstGeom prst="rect">
            <a:avLst/>
          </a:prstGeom>
          <a:noFill/>
          <a:ln>
            <a:noFill/>
          </a:ln>
        </p:spPr>
        <p:txBody>
          <a:bodyPr spcFirstLastPara="1" wrap="square" lIns="0" tIns="45700" rIns="0"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7"/>
        <p:cNvGrpSpPr/>
        <p:nvPr/>
      </p:nvGrpSpPr>
      <p:grpSpPr>
        <a:xfrm>
          <a:off x="0" y="0"/>
          <a:ext cx="0" cy="0"/>
          <a:chOff x="0" y="0"/>
          <a:chExt cx="0" cy="0"/>
        </a:xfrm>
      </p:grpSpPr>
      <p:sp>
        <p:nvSpPr>
          <p:cNvPr id="38" name="Google Shape;38;p25"/>
          <p:cNvSpPr txBox="1">
            <a:spLocks noGrp="1"/>
          </p:cNvSpPr>
          <p:nvPr>
            <p:ph type="dt" idx="10"/>
          </p:nvPr>
        </p:nvSpPr>
        <p:spPr>
          <a:xfrm>
            <a:off x="1104899" y="6356351"/>
            <a:ext cx="1829559" cy="365125"/>
          </a:xfrm>
          <a:prstGeom prst="rect">
            <a:avLst/>
          </a:prstGeom>
          <a:noFill/>
          <a:ln>
            <a:noFill/>
          </a:ln>
        </p:spPr>
        <p:txBody>
          <a:bodyPr spcFirstLastPara="1" wrap="square" lIns="0" tIns="45700" rIns="0"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5"/>
          <p:cNvSpPr txBox="1">
            <a:spLocks noGrp="1"/>
          </p:cNvSpPr>
          <p:nvPr>
            <p:ph type="ftr" idx="11"/>
          </p:nvPr>
        </p:nvSpPr>
        <p:spPr>
          <a:xfrm>
            <a:off x="2934459" y="6356350"/>
            <a:ext cx="6323082" cy="365126"/>
          </a:xfrm>
          <a:prstGeom prst="rect">
            <a:avLst/>
          </a:prstGeom>
          <a:noFill/>
          <a:ln>
            <a:noFill/>
          </a:ln>
        </p:spPr>
        <p:txBody>
          <a:bodyPr spcFirstLastPara="1" wrap="square" lIns="0" tIns="45700" rIns="0"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5"/>
          <p:cNvSpPr txBox="1">
            <a:spLocks noGrp="1"/>
          </p:cNvSpPr>
          <p:nvPr>
            <p:ph type="sldNum" idx="12"/>
          </p:nvPr>
        </p:nvSpPr>
        <p:spPr>
          <a:xfrm>
            <a:off x="9256782" y="6356351"/>
            <a:ext cx="1828800" cy="365125"/>
          </a:xfrm>
          <a:prstGeom prst="rect">
            <a:avLst/>
          </a:prstGeom>
          <a:noFill/>
          <a:ln>
            <a:noFill/>
          </a:ln>
        </p:spPr>
        <p:txBody>
          <a:bodyPr spcFirstLastPara="1" wrap="square" lIns="0" tIns="45700" rIns="0"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41"/>
        <p:cNvGrpSpPr/>
        <p:nvPr/>
      </p:nvGrpSpPr>
      <p:grpSpPr>
        <a:xfrm>
          <a:off x="0" y="0"/>
          <a:ext cx="0" cy="0"/>
          <a:chOff x="0" y="0"/>
          <a:chExt cx="0" cy="0"/>
        </a:xfrm>
      </p:grpSpPr>
      <p:sp>
        <p:nvSpPr>
          <p:cNvPr id="42" name="Google Shape;42;p26"/>
          <p:cNvSpPr/>
          <p:nvPr/>
        </p:nvSpPr>
        <p:spPr>
          <a:xfrm>
            <a:off x="0" y="0"/>
            <a:ext cx="12192000" cy="107987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43" name="Google Shape;43;p26"/>
          <p:cNvPicPr preferRelativeResize="0"/>
          <p:nvPr/>
        </p:nvPicPr>
        <p:blipFill rotWithShape="1">
          <a:blip r:embed="rId2">
            <a:alphaModFix/>
          </a:blip>
          <a:srcRect/>
          <a:stretch/>
        </p:blipFill>
        <p:spPr>
          <a:xfrm>
            <a:off x="1324445" y="0"/>
            <a:ext cx="1747524" cy="2292094"/>
          </a:xfrm>
          <a:prstGeom prst="rect">
            <a:avLst/>
          </a:prstGeom>
          <a:noFill/>
          <a:ln>
            <a:noFill/>
          </a:ln>
        </p:spPr>
      </p:pic>
      <p:sp>
        <p:nvSpPr>
          <p:cNvPr id="44" name="Google Shape;44;p26"/>
          <p:cNvSpPr txBox="1">
            <a:spLocks noGrp="1"/>
          </p:cNvSpPr>
          <p:nvPr>
            <p:ph type="ctrTitle"/>
          </p:nvPr>
        </p:nvSpPr>
        <p:spPr>
          <a:xfrm>
            <a:off x="1104900" y="2292094"/>
            <a:ext cx="10096500" cy="2219691"/>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dk1"/>
              </a:buClr>
              <a:buSzPts val="4400"/>
              <a:buFont typeface="Arial"/>
              <a:buNone/>
              <a:defRPr sz="4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6"/>
          <p:cNvSpPr txBox="1">
            <a:spLocks noGrp="1"/>
          </p:cNvSpPr>
          <p:nvPr>
            <p:ph type="subTitle" idx="1"/>
          </p:nvPr>
        </p:nvSpPr>
        <p:spPr>
          <a:xfrm>
            <a:off x="1104898" y="4511784"/>
            <a:ext cx="10096501" cy="955565"/>
          </a:xfrm>
          <a:prstGeom prst="rect">
            <a:avLst/>
          </a:prstGeom>
          <a:noFill/>
          <a:ln>
            <a:noFill/>
          </a:ln>
        </p:spPr>
        <p:txBody>
          <a:bodyPr spcFirstLastPara="1" wrap="square" lIns="0" tIns="45700" rIns="0" bIns="45700" anchor="t" anchorCtr="0">
            <a:normAutofit/>
          </a:bodyPr>
          <a:lstStyle>
            <a:lvl1pPr lvl="0" algn="l">
              <a:lnSpc>
                <a:spcPct val="90000"/>
              </a:lnSpc>
              <a:spcBef>
                <a:spcPts val="0"/>
              </a:spcBef>
              <a:spcAft>
                <a:spcPts val="0"/>
              </a:spcAft>
              <a:buClr>
                <a:schemeClr val="dk1"/>
              </a:buClr>
              <a:buSzPts val="1800"/>
              <a:buNone/>
              <a:defRPr sz="1800"/>
            </a:lvl1pPr>
            <a:lvl2pPr lvl="1" algn="ctr">
              <a:lnSpc>
                <a:spcPct val="90000"/>
              </a:lnSpc>
              <a:spcBef>
                <a:spcPts val="600"/>
              </a:spcBef>
              <a:spcAft>
                <a:spcPts val="0"/>
              </a:spcAft>
              <a:buClr>
                <a:schemeClr val="dk1"/>
              </a:buClr>
              <a:buSzPts val="2000"/>
              <a:buNone/>
              <a:defRPr sz="2000"/>
            </a:lvl2pPr>
            <a:lvl3pPr lvl="2" algn="ctr">
              <a:lnSpc>
                <a:spcPct val="90000"/>
              </a:lnSpc>
              <a:spcBef>
                <a:spcPts val="600"/>
              </a:spcBef>
              <a:spcAft>
                <a:spcPts val="0"/>
              </a:spcAft>
              <a:buClr>
                <a:schemeClr val="dk1"/>
              </a:buClr>
              <a:buSzPts val="1800"/>
              <a:buNone/>
              <a:defRPr sz="1800"/>
            </a:lvl3pPr>
            <a:lvl4pPr lvl="3" algn="ctr">
              <a:lnSpc>
                <a:spcPct val="90000"/>
              </a:lnSpc>
              <a:spcBef>
                <a:spcPts val="600"/>
              </a:spcBef>
              <a:spcAft>
                <a:spcPts val="0"/>
              </a:spcAft>
              <a:buClr>
                <a:schemeClr val="dk1"/>
              </a:buClr>
              <a:buSzPts val="1600"/>
              <a:buNone/>
              <a:defRPr sz="1600"/>
            </a:lvl4pPr>
            <a:lvl5pPr lvl="4" algn="ctr">
              <a:lnSpc>
                <a:spcPct val="90000"/>
              </a:lnSpc>
              <a:spcBef>
                <a:spcPts val="6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6" name="Google Shape;46;p26"/>
          <p:cNvSpPr/>
          <p:nvPr/>
        </p:nvSpPr>
        <p:spPr>
          <a:xfrm>
            <a:off x="0" y="5778124"/>
            <a:ext cx="12192000" cy="107987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 name="Google Shape;47;p26"/>
          <p:cNvSpPr txBox="1">
            <a:spLocks noGrp="1"/>
          </p:cNvSpPr>
          <p:nvPr>
            <p:ph type="dt" idx="10"/>
          </p:nvPr>
        </p:nvSpPr>
        <p:spPr>
          <a:xfrm>
            <a:off x="1104899" y="6356351"/>
            <a:ext cx="1829559" cy="365125"/>
          </a:xfrm>
          <a:prstGeom prst="rect">
            <a:avLst/>
          </a:prstGeom>
          <a:noFill/>
          <a:ln>
            <a:noFill/>
          </a:ln>
        </p:spPr>
        <p:txBody>
          <a:bodyPr spcFirstLastPara="1" wrap="square" lIns="0" tIns="45700" rIns="0" bIns="45700" anchor="ctr" anchorCtr="0">
            <a:noAutofit/>
          </a:bodyPr>
          <a:lstStyle>
            <a:lvl1pPr lvl="0" algn="l">
              <a:lnSpc>
                <a:spcPct val="100000"/>
              </a:lnSpc>
              <a:spcBef>
                <a:spcPts val="0"/>
              </a:spcBef>
              <a:spcAft>
                <a:spcPts val="0"/>
              </a:spcAft>
              <a:buSzPts val="1400"/>
              <a:buNone/>
              <a:defRPr>
                <a:solidFill>
                  <a:srgbClr val="DED9D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6"/>
          <p:cNvSpPr txBox="1">
            <a:spLocks noGrp="1"/>
          </p:cNvSpPr>
          <p:nvPr>
            <p:ph type="ftr" idx="11"/>
          </p:nvPr>
        </p:nvSpPr>
        <p:spPr>
          <a:xfrm>
            <a:off x="2934459" y="6356350"/>
            <a:ext cx="6323082" cy="365126"/>
          </a:xfrm>
          <a:prstGeom prst="rect">
            <a:avLst/>
          </a:prstGeom>
          <a:noFill/>
          <a:ln>
            <a:noFill/>
          </a:ln>
        </p:spPr>
        <p:txBody>
          <a:bodyPr spcFirstLastPara="1" wrap="square" lIns="0" tIns="45700" rIns="0" bIns="45700" anchor="ctr" anchorCtr="0">
            <a:noAutofit/>
          </a:bodyPr>
          <a:lstStyle>
            <a:lvl1pPr lvl="0" algn="ctr">
              <a:lnSpc>
                <a:spcPct val="100000"/>
              </a:lnSpc>
              <a:spcBef>
                <a:spcPts val="0"/>
              </a:spcBef>
              <a:spcAft>
                <a:spcPts val="0"/>
              </a:spcAft>
              <a:buSzPts val="1400"/>
              <a:buNone/>
              <a:defRPr>
                <a:solidFill>
                  <a:srgbClr val="DED9D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6"/>
          <p:cNvSpPr txBox="1">
            <a:spLocks noGrp="1"/>
          </p:cNvSpPr>
          <p:nvPr>
            <p:ph type="sldNum" idx="12"/>
          </p:nvPr>
        </p:nvSpPr>
        <p:spPr>
          <a:xfrm>
            <a:off x="9256782" y="6356351"/>
            <a:ext cx="1828800" cy="365125"/>
          </a:xfrm>
          <a:prstGeom prst="rect">
            <a:avLst/>
          </a:prstGeom>
          <a:noFill/>
          <a:ln>
            <a:noFill/>
          </a:ln>
        </p:spPr>
        <p:txBody>
          <a:bodyPr spcFirstLastPara="1" wrap="square" lIns="0" tIns="45700" rIns="0"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ED9D6"/>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ED9D6"/>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ED9D6"/>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ED9D6"/>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ED9D6"/>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ED9D6"/>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ED9D6"/>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ED9D6"/>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ED9D6"/>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50"/>
        <p:cNvGrpSpPr/>
        <p:nvPr/>
      </p:nvGrpSpPr>
      <p:grpSpPr>
        <a:xfrm>
          <a:off x="0" y="0"/>
          <a:ext cx="0" cy="0"/>
          <a:chOff x="0" y="0"/>
          <a:chExt cx="0" cy="0"/>
        </a:xfrm>
      </p:grpSpPr>
      <p:grpSp>
        <p:nvGrpSpPr>
          <p:cNvPr id="51" name="Google Shape;51;p27"/>
          <p:cNvGrpSpPr/>
          <p:nvPr/>
        </p:nvGrpSpPr>
        <p:grpSpPr>
          <a:xfrm>
            <a:off x="0" y="2514600"/>
            <a:ext cx="12192000" cy="3194035"/>
            <a:chOff x="647402" y="2514600"/>
            <a:chExt cx="10838688" cy="3194035"/>
          </a:xfrm>
        </p:grpSpPr>
        <p:grpSp>
          <p:nvGrpSpPr>
            <p:cNvPr id="52" name="Google Shape;52;p27"/>
            <p:cNvGrpSpPr/>
            <p:nvPr/>
          </p:nvGrpSpPr>
          <p:grpSpPr>
            <a:xfrm>
              <a:off x="647402" y="2514600"/>
              <a:ext cx="10838688" cy="63125"/>
              <a:chOff x="507492" y="1501519"/>
              <a:chExt cx="8129016" cy="63125"/>
            </a:xfrm>
          </p:grpSpPr>
          <p:cxnSp>
            <p:nvCxnSpPr>
              <p:cNvPr id="53" name="Google Shape;53;p27"/>
              <p:cNvCxnSpPr/>
              <p:nvPr/>
            </p:nvCxnSpPr>
            <p:spPr>
              <a:xfrm>
                <a:off x="507492" y="1564644"/>
                <a:ext cx="8129016" cy="0"/>
              </a:xfrm>
              <a:prstGeom prst="straightConnector1">
                <a:avLst/>
              </a:prstGeom>
              <a:noFill/>
              <a:ln w="38100" cap="flat" cmpd="sng">
                <a:solidFill>
                  <a:schemeClr val="dk1"/>
                </a:solidFill>
                <a:prstDash val="solid"/>
                <a:miter lim="800000"/>
                <a:headEnd type="none" w="sm" len="sm"/>
                <a:tailEnd type="none" w="sm" len="sm"/>
              </a:ln>
            </p:spPr>
          </p:cxnSp>
          <p:cxnSp>
            <p:nvCxnSpPr>
              <p:cNvPr id="54" name="Google Shape;54;p27"/>
              <p:cNvCxnSpPr/>
              <p:nvPr/>
            </p:nvCxnSpPr>
            <p:spPr>
              <a:xfrm>
                <a:off x="507492" y="1501519"/>
                <a:ext cx="8129016" cy="0"/>
              </a:xfrm>
              <a:prstGeom prst="straightConnector1">
                <a:avLst/>
              </a:prstGeom>
              <a:noFill/>
              <a:ln w="12700" cap="flat" cmpd="sng">
                <a:solidFill>
                  <a:schemeClr val="dk1"/>
                </a:solidFill>
                <a:prstDash val="solid"/>
                <a:miter lim="800000"/>
                <a:headEnd type="none" w="sm" len="sm"/>
                <a:tailEnd type="none" w="sm" len="sm"/>
              </a:ln>
            </p:spPr>
          </p:cxnSp>
        </p:grpSp>
        <p:sp>
          <p:nvSpPr>
            <p:cNvPr id="55" name="Google Shape;55;p27"/>
            <p:cNvSpPr/>
            <p:nvPr/>
          </p:nvSpPr>
          <p:spPr>
            <a:xfrm>
              <a:off x="647402" y="2640850"/>
              <a:ext cx="10838688" cy="2941536"/>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56" name="Google Shape;56;p27"/>
            <p:cNvGrpSpPr/>
            <p:nvPr/>
          </p:nvGrpSpPr>
          <p:grpSpPr>
            <a:xfrm rot="10800000">
              <a:off x="647402" y="5645510"/>
              <a:ext cx="10838688" cy="63125"/>
              <a:chOff x="507492" y="1501519"/>
              <a:chExt cx="8129016" cy="63125"/>
            </a:xfrm>
          </p:grpSpPr>
          <p:cxnSp>
            <p:nvCxnSpPr>
              <p:cNvPr id="57" name="Google Shape;57;p27"/>
              <p:cNvCxnSpPr/>
              <p:nvPr/>
            </p:nvCxnSpPr>
            <p:spPr>
              <a:xfrm>
                <a:off x="507492" y="1564644"/>
                <a:ext cx="8129016" cy="0"/>
              </a:xfrm>
              <a:prstGeom prst="straightConnector1">
                <a:avLst/>
              </a:prstGeom>
              <a:noFill/>
              <a:ln w="38100" cap="flat" cmpd="sng">
                <a:solidFill>
                  <a:schemeClr val="dk1"/>
                </a:solidFill>
                <a:prstDash val="solid"/>
                <a:miter lim="800000"/>
                <a:headEnd type="none" w="sm" len="sm"/>
                <a:tailEnd type="none" w="sm" len="sm"/>
              </a:ln>
            </p:spPr>
          </p:cxnSp>
          <p:cxnSp>
            <p:nvCxnSpPr>
              <p:cNvPr id="58" name="Google Shape;58;p27"/>
              <p:cNvCxnSpPr/>
              <p:nvPr/>
            </p:nvCxnSpPr>
            <p:spPr>
              <a:xfrm>
                <a:off x="507492" y="1501519"/>
                <a:ext cx="8129016" cy="0"/>
              </a:xfrm>
              <a:prstGeom prst="straightConnector1">
                <a:avLst/>
              </a:prstGeom>
              <a:noFill/>
              <a:ln w="12700" cap="flat" cmpd="sng">
                <a:solidFill>
                  <a:schemeClr val="dk1"/>
                </a:solidFill>
                <a:prstDash val="solid"/>
                <a:miter lim="800000"/>
                <a:headEnd type="none" w="sm" len="sm"/>
                <a:tailEnd type="none" w="sm" len="sm"/>
              </a:ln>
            </p:spPr>
          </p:cxnSp>
        </p:grpSp>
      </p:grpSp>
      <p:pic>
        <p:nvPicPr>
          <p:cNvPr id="59" name="Google Shape;59;p27"/>
          <p:cNvPicPr preferRelativeResize="0"/>
          <p:nvPr/>
        </p:nvPicPr>
        <p:blipFill rotWithShape="1">
          <a:blip r:embed="rId2">
            <a:alphaModFix/>
          </a:blip>
          <a:srcRect/>
          <a:stretch/>
        </p:blipFill>
        <p:spPr>
          <a:xfrm>
            <a:off x="1325880" y="0"/>
            <a:ext cx="1783188" cy="2971806"/>
          </a:xfrm>
          <a:prstGeom prst="rect">
            <a:avLst/>
          </a:prstGeom>
          <a:noFill/>
          <a:ln>
            <a:noFill/>
          </a:ln>
        </p:spPr>
      </p:pic>
      <p:sp>
        <p:nvSpPr>
          <p:cNvPr id="60" name="Google Shape;60;p27"/>
          <p:cNvSpPr txBox="1">
            <a:spLocks noGrp="1"/>
          </p:cNvSpPr>
          <p:nvPr>
            <p:ph type="title"/>
          </p:nvPr>
        </p:nvSpPr>
        <p:spPr>
          <a:xfrm>
            <a:off x="1104899" y="2971806"/>
            <a:ext cx="10071099" cy="1684150"/>
          </a:xfrm>
          <a:prstGeom prst="rect">
            <a:avLst/>
          </a:prstGeom>
          <a:noFill/>
          <a:ln>
            <a:noFill/>
          </a:ln>
        </p:spPr>
        <p:txBody>
          <a:bodyPr spcFirstLastPara="1" wrap="square" lIns="0" tIns="45700" rIns="0" bIns="45700" anchor="ctr" anchorCtr="0">
            <a:normAutofit/>
          </a:bodyPr>
          <a:lstStyle>
            <a:lvl1pPr lvl="0" algn="l">
              <a:lnSpc>
                <a:spcPct val="90000"/>
              </a:lnSpc>
              <a:spcBef>
                <a:spcPts val="0"/>
              </a:spcBef>
              <a:spcAft>
                <a:spcPts val="0"/>
              </a:spcAft>
              <a:buClr>
                <a:schemeClr val="lt1"/>
              </a:buClr>
              <a:buSzPts val="4400"/>
              <a:buFont typeface="Arial"/>
              <a:buNone/>
              <a:defRPr sz="44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7"/>
          <p:cNvSpPr txBox="1">
            <a:spLocks noGrp="1"/>
          </p:cNvSpPr>
          <p:nvPr>
            <p:ph type="body" idx="1"/>
          </p:nvPr>
        </p:nvSpPr>
        <p:spPr>
          <a:xfrm>
            <a:off x="1104899" y="4655956"/>
            <a:ext cx="10071099" cy="509750"/>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0"/>
              </a:spcBef>
              <a:spcAft>
                <a:spcPts val="0"/>
              </a:spcAft>
              <a:buClr>
                <a:schemeClr val="lt1"/>
              </a:buClr>
              <a:buSzPts val="1600"/>
              <a:buNone/>
              <a:defRPr sz="1600">
                <a:solidFill>
                  <a:schemeClr val="lt1"/>
                </a:solidFill>
              </a:defRPr>
            </a:lvl1pPr>
            <a:lvl2pPr marL="914400" lvl="1" indent="-228600" algn="l">
              <a:lnSpc>
                <a:spcPct val="90000"/>
              </a:lnSpc>
              <a:spcBef>
                <a:spcPts val="600"/>
              </a:spcBef>
              <a:spcAft>
                <a:spcPts val="0"/>
              </a:spcAft>
              <a:buClr>
                <a:srgbClr val="969391"/>
              </a:buClr>
              <a:buSzPts val="2000"/>
              <a:buNone/>
              <a:defRPr sz="2000">
                <a:solidFill>
                  <a:srgbClr val="969391"/>
                </a:solidFill>
              </a:defRPr>
            </a:lvl2pPr>
            <a:lvl3pPr marL="1371600" lvl="2" indent="-228600" algn="l">
              <a:lnSpc>
                <a:spcPct val="90000"/>
              </a:lnSpc>
              <a:spcBef>
                <a:spcPts val="600"/>
              </a:spcBef>
              <a:spcAft>
                <a:spcPts val="0"/>
              </a:spcAft>
              <a:buClr>
                <a:srgbClr val="969391"/>
              </a:buClr>
              <a:buSzPts val="1800"/>
              <a:buNone/>
              <a:defRPr sz="1800">
                <a:solidFill>
                  <a:srgbClr val="969391"/>
                </a:solidFill>
              </a:defRPr>
            </a:lvl3pPr>
            <a:lvl4pPr marL="1828800" lvl="3" indent="-228600" algn="l">
              <a:lnSpc>
                <a:spcPct val="90000"/>
              </a:lnSpc>
              <a:spcBef>
                <a:spcPts val="600"/>
              </a:spcBef>
              <a:spcAft>
                <a:spcPts val="0"/>
              </a:spcAft>
              <a:buClr>
                <a:srgbClr val="969391"/>
              </a:buClr>
              <a:buSzPts val="1600"/>
              <a:buNone/>
              <a:defRPr sz="1600">
                <a:solidFill>
                  <a:srgbClr val="969391"/>
                </a:solidFill>
              </a:defRPr>
            </a:lvl4pPr>
            <a:lvl5pPr marL="2286000" lvl="4" indent="-228600" algn="l">
              <a:lnSpc>
                <a:spcPct val="90000"/>
              </a:lnSpc>
              <a:spcBef>
                <a:spcPts val="600"/>
              </a:spcBef>
              <a:spcAft>
                <a:spcPts val="0"/>
              </a:spcAft>
              <a:buClr>
                <a:srgbClr val="969391"/>
              </a:buClr>
              <a:buSzPts val="1600"/>
              <a:buNone/>
              <a:defRPr sz="1600">
                <a:solidFill>
                  <a:srgbClr val="969391"/>
                </a:solidFill>
              </a:defRPr>
            </a:lvl5pPr>
            <a:lvl6pPr marL="2743200" lvl="5" indent="-228600" algn="l">
              <a:lnSpc>
                <a:spcPct val="90000"/>
              </a:lnSpc>
              <a:spcBef>
                <a:spcPts val="500"/>
              </a:spcBef>
              <a:spcAft>
                <a:spcPts val="0"/>
              </a:spcAft>
              <a:buClr>
                <a:srgbClr val="969391"/>
              </a:buClr>
              <a:buSzPts val="1600"/>
              <a:buNone/>
              <a:defRPr sz="1600">
                <a:solidFill>
                  <a:srgbClr val="969391"/>
                </a:solidFill>
              </a:defRPr>
            </a:lvl6pPr>
            <a:lvl7pPr marL="3200400" lvl="6" indent="-228600" algn="l">
              <a:lnSpc>
                <a:spcPct val="90000"/>
              </a:lnSpc>
              <a:spcBef>
                <a:spcPts val="500"/>
              </a:spcBef>
              <a:spcAft>
                <a:spcPts val="0"/>
              </a:spcAft>
              <a:buClr>
                <a:srgbClr val="969391"/>
              </a:buClr>
              <a:buSzPts val="1600"/>
              <a:buNone/>
              <a:defRPr sz="1600">
                <a:solidFill>
                  <a:srgbClr val="969391"/>
                </a:solidFill>
              </a:defRPr>
            </a:lvl7pPr>
            <a:lvl8pPr marL="3657600" lvl="7" indent="-228600" algn="l">
              <a:lnSpc>
                <a:spcPct val="90000"/>
              </a:lnSpc>
              <a:spcBef>
                <a:spcPts val="500"/>
              </a:spcBef>
              <a:spcAft>
                <a:spcPts val="0"/>
              </a:spcAft>
              <a:buClr>
                <a:srgbClr val="969391"/>
              </a:buClr>
              <a:buSzPts val="1600"/>
              <a:buNone/>
              <a:defRPr sz="1600">
                <a:solidFill>
                  <a:srgbClr val="969391"/>
                </a:solidFill>
              </a:defRPr>
            </a:lvl8pPr>
            <a:lvl9pPr marL="4114800" lvl="8" indent="-228600" algn="l">
              <a:lnSpc>
                <a:spcPct val="90000"/>
              </a:lnSpc>
              <a:spcBef>
                <a:spcPts val="500"/>
              </a:spcBef>
              <a:spcAft>
                <a:spcPts val="0"/>
              </a:spcAft>
              <a:buClr>
                <a:srgbClr val="969391"/>
              </a:buClr>
              <a:buSzPts val="1600"/>
              <a:buNone/>
              <a:defRPr sz="1600">
                <a:solidFill>
                  <a:srgbClr val="969391"/>
                </a:solidFill>
              </a:defRPr>
            </a:lvl9pPr>
          </a:lstStyle>
          <a:p>
            <a:endParaRPr/>
          </a:p>
        </p:txBody>
      </p:sp>
      <p:sp>
        <p:nvSpPr>
          <p:cNvPr id="62" name="Google Shape;62;p27"/>
          <p:cNvSpPr txBox="1">
            <a:spLocks noGrp="1"/>
          </p:cNvSpPr>
          <p:nvPr>
            <p:ph type="dt" idx="10"/>
          </p:nvPr>
        </p:nvSpPr>
        <p:spPr>
          <a:xfrm>
            <a:off x="1104899" y="6356351"/>
            <a:ext cx="1829559" cy="365125"/>
          </a:xfrm>
          <a:prstGeom prst="rect">
            <a:avLst/>
          </a:prstGeom>
          <a:noFill/>
          <a:ln>
            <a:noFill/>
          </a:ln>
        </p:spPr>
        <p:txBody>
          <a:bodyPr spcFirstLastPara="1" wrap="square" lIns="0" tIns="45700" rIns="0"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7"/>
          <p:cNvSpPr txBox="1">
            <a:spLocks noGrp="1"/>
          </p:cNvSpPr>
          <p:nvPr>
            <p:ph type="ftr" idx="11"/>
          </p:nvPr>
        </p:nvSpPr>
        <p:spPr>
          <a:xfrm>
            <a:off x="2934459" y="6356350"/>
            <a:ext cx="6323082" cy="365126"/>
          </a:xfrm>
          <a:prstGeom prst="rect">
            <a:avLst/>
          </a:prstGeom>
          <a:noFill/>
          <a:ln>
            <a:noFill/>
          </a:ln>
        </p:spPr>
        <p:txBody>
          <a:bodyPr spcFirstLastPara="1" wrap="square" lIns="0" tIns="45700" rIns="0"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7"/>
          <p:cNvSpPr txBox="1">
            <a:spLocks noGrp="1"/>
          </p:cNvSpPr>
          <p:nvPr>
            <p:ph type="sldNum" idx="12"/>
          </p:nvPr>
        </p:nvSpPr>
        <p:spPr>
          <a:xfrm>
            <a:off x="9256782" y="6356351"/>
            <a:ext cx="1828800" cy="365125"/>
          </a:xfrm>
          <a:prstGeom prst="rect">
            <a:avLst/>
          </a:prstGeom>
          <a:noFill/>
          <a:ln>
            <a:noFill/>
          </a:ln>
        </p:spPr>
        <p:txBody>
          <a:bodyPr spcFirstLastPara="1" wrap="square" lIns="0" tIns="45700" rIns="0"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5"/>
        <p:cNvGrpSpPr/>
        <p:nvPr/>
      </p:nvGrpSpPr>
      <p:grpSpPr>
        <a:xfrm>
          <a:off x="0" y="0"/>
          <a:ext cx="0" cy="0"/>
          <a:chOff x="0" y="0"/>
          <a:chExt cx="0" cy="0"/>
        </a:xfrm>
      </p:grpSpPr>
      <p:sp>
        <p:nvSpPr>
          <p:cNvPr id="66" name="Google Shape;66;p28"/>
          <p:cNvSpPr txBox="1">
            <a:spLocks noGrp="1"/>
          </p:cNvSpPr>
          <p:nvPr>
            <p:ph type="title"/>
          </p:nvPr>
        </p:nvSpPr>
        <p:spPr>
          <a:xfrm>
            <a:off x="1104900" y="76200"/>
            <a:ext cx="9980682" cy="1096962"/>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8"/>
          <p:cNvSpPr txBox="1">
            <a:spLocks noGrp="1"/>
          </p:cNvSpPr>
          <p:nvPr>
            <p:ph type="body" idx="1"/>
          </p:nvPr>
        </p:nvSpPr>
        <p:spPr>
          <a:xfrm>
            <a:off x="1104900" y="1600200"/>
            <a:ext cx="4914900" cy="4571999"/>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800"/>
              </a:spcBef>
              <a:spcAft>
                <a:spcPts val="0"/>
              </a:spcAft>
              <a:buClr>
                <a:schemeClr val="dk1"/>
              </a:buClr>
              <a:buSzPts val="1800"/>
              <a:buChar char="▪"/>
              <a:defRPr/>
            </a:lvl1pPr>
            <a:lvl2pPr marL="914400" lvl="1" indent="-342900" algn="l">
              <a:lnSpc>
                <a:spcPct val="90000"/>
              </a:lnSpc>
              <a:spcBef>
                <a:spcPts val="600"/>
              </a:spcBef>
              <a:spcAft>
                <a:spcPts val="0"/>
              </a:spcAft>
              <a:buClr>
                <a:schemeClr val="dk1"/>
              </a:buClr>
              <a:buSzPts val="1800"/>
              <a:buChar char="▪"/>
              <a:defRPr/>
            </a:lvl2pPr>
            <a:lvl3pPr marL="1371600" lvl="2" indent="-342900" algn="l">
              <a:lnSpc>
                <a:spcPct val="90000"/>
              </a:lnSpc>
              <a:spcBef>
                <a:spcPts val="600"/>
              </a:spcBef>
              <a:spcAft>
                <a:spcPts val="0"/>
              </a:spcAft>
              <a:buClr>
                <a:schemeClr val="dk1"/>
              </a:buClr>
              <a:buSzPts val="1800"/>
              <a:buChar char="▪"/>
              <a:defRPr/>
            </a:lvl3pPr>
            <a:lvl4pPr marL="1828800" lvl="3" indent="-342900" algn="l">
              <a:lnSpc>
                <a:spcPct val="90000"/>
              </a:lnSpc>
              <a:spcBef>
                <a:spcPts val="600"/>
              </a:spcBef>
              <a:spcAft>
                <a:spcPts val="0"/>
              </a:spcAft>
              <a:buClr>
                <a:schemeClr val="dk1"/>
              </a:buClr>
              <a:buSzPts val="1800"/>
              <a:buChar char="▪"/>
              <a:defRPr/>
            </a:lvl4pPr>
            <a:lvl5pPr marL="2286000" lvl="4" indent="-317500" algn="l">
              <a:lnSpc>
                <a:spcPct val="90000"/>
              </a:lnSpc>
              <a:spcBef>
                <a:spcPts val="600"/>
              </a:spcBef>
              <a:spcAft>
                <a:spcPts val="0"/>
              </a:spcAft>
              <a:buClr>
                <a:schemeClr val="dk1"/>
              </a:buClr>
              <a:buSzPts val="1400"/>
              <a:buChar char="▪"/>
              <a:defRPr/>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500"/>
              </a:spcBef>
              <a:spcAft>
                <a:spcPts val="0"/>
              </a:spcAft>
              <a:buClr>
                <a:schemeClr val="dk1"/>
              </a:buClr>
              <a:buSzPts val="1400"/>
              <a:buChar char="▪"/>
              <a:defRPr/>
            </a:lvl7pPr>
            <a:lvl8pPr marL="3657600" lvl="7" indent="-317500" algn="l">
              <a:lnSpc>
                <a:spcPct val="90000"/>
              </a:lnSpc>
              <a:spcBef>
                <a:spcPts val="500"/>
              </a:spcBef>
              <a:spcAft>
                <a:spcPts val="0"/>
              </a:spcAft>
              <a:buClr>
                <a:schemeClr val="dk1"/>
              </a:buClr>
              <a:buSzPts val="1400"/>
              <a:buChar char="▪"/>
              <a:defRPr/>
            </a:lvl8pPr>
            <a:lvl9pPr marL="4114800" lvl="8" indent="-317500" algn="l">
              <a:lnSpc>
                <a:spcPct val="90000"/>
              </a:lnSpc>
              <a:spcBef>
                <a:spcPts val="500"/>
              </a:spcBef>
              <a:spcAft>
                <a:spcPts val="0"/>
              </a:spcAft>
              <a:buClr>
                <a:schemeClr val="dk1"/>
              </a:buClr>
              <a:buSzPts val="1400"/>
              <a:buChar char="▪"/>
              <a:defRPr/>
            </a:lvl9pPr>
          </a:lstStyle>
          <a:p>
            <a:endParaRPr/>
          </a:p>
        </p:txBody>
      </p:sp>
      <p:sp>
        <p:nvSpPr>
          <p:cNvPr id="68" name="Google Shape;68;p28"/>
          <p:cNvSpPr txBox="1">
            <a:spLocks noGrp="1"/>
          </p:cNvSpPr>
          <p:nvPr>
            <p:ph type="body" idx="2"/>
          </p:nvPr>
        </p:nvSpPr>
        <p:spPr>
          <a:xfrm>
            <a:off x="6172200" y="1600200"/>
            <a:ext cx="4914900" cy="4571999"/>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800"/>
              </a:spcBef>
              <a:spcAft>
                <a:spcPts val="0"/>
              </a:spcAft>
              <a:buClr>
                <a:schemeClr val="dk1"/>
              </a:buClr>
              <a:buSzPts val="1800"/>
              <a:buChar char="▪"/>
              <a:defRPr/>
            </a:lvl1pPr>
            <a:lvl2pPr marL="914400" lvl="1" indent="-342900" algn="l">
              <a:lnSpc>
                <a:spcPct val="90000"/>
              </a:lnSpc>
              <a:spcBef>
                <a:spcPts val="600"/>
              </a:spcBef>
              <a:spcAft>
                <a:spcPts val="0"/>
              </a:spcAft>
              <a:buClr>
                <a:schemeClr val="dk1"/>
              </a:buClr>
              <a:buSzPts val="1800"/>
              <a:buChar char="▪"/>
              <a:defRPr/>
            </a:lvl2pPr>
            <a:lvl3pPr marL="1371600" lvl="2" indent="-342900" algn="l">
              <a:lnSpc>
                <a:spcPct val="90000"/>
              </a:lnSpc>
              <a:spcBef>
                <a:spcPts val="600"/>
              </a:spcBef>
              <a:spcAft>
                <a:spcPts val="0"/>
              </a:spcAft>
              <a:buClr>
                <a:schemeClr val="dk1"/>
              </a:buClr>
              <a:buSzPts val="1800"/>
              <a:buChar char="▪"/>
              <a:defRPr/>
            </a:lvl3pPr>
            <a:lvl4pPr marL="1828800" lvl="3" indent="-342900" algn="l">
              <a:lnSpc>
                <a:spcPct val="90000"/>
              </a:lnSpc>
              <a:spcBef>
                <a:spcPts val="600"/>
              </a:spcBef>
              <a:spcAft>
                <a:spcPts val="0"/>
              </a:spcAft>
              <a:buClr>
                <a:schemeClr val="dk1"/>
              </a:buClr>
              <a:buSzPts val="1800"/>
              <a:buChar char="▪"/>
              <a:defRPr/>
            </a:lvl4pPr>
            <a:lvl5pPr marL="2286000" lvl="4" indent="-317500" algn="l">
              <a:lnSpc>
                <a:spcPct val="90000"/>
              </a:lnSpc>
              <a:spcBef>
                <a:spcPts val="600"/>
              </a:spcBef>
              <a:spcAft>
                <a:spcPts val="0"/>
              </a:spcAft>
              <a:buClr>
                <a:schemeClr val="dk1"/>
              </a:buClr>
              <a:buSzPts val="1400"/>
              <a:buChar char="▪"/>
              <a:defRPr/>
            </a:lvl5pPr>
            <a:lvl6pPr marL="2743200" lvl="5" indent="-317500" algn="l">
              <a:lnSpc>
                <a:spcPct val="90000"/>
              </a:lnSpc>
              <a:spcBef>
                <a:spcPts val="500"/>
              </a:spcBef>
              <a:spcAft>
                <a:spcPts val="0"/>
              </a:spcAft>
              <a:buClr>
                <a:schemeClr val="dk1"/>
              </a:buClr>
              <a:buSzPts val="1400"/>
              <a:buChar char="▪"/>
              <a:defRPr/>
            </a:lvl6pPr>
            <a:lvl7pPr marL="3200400" lvl="6" indent="-317500" algn="l">
              <a:lnSpc>
                <a:spcPct val="90000"/>
              </a:lnSpc>
              <a:spcBef>
                <a:spcPts val="500"/>
              </a:spcBef>
              <a:spcAft>
                <a:spcPts val="0"/>
              </a:spcAft>
              <a:buClr>
                <a:schemeClr val="dk1"/>
              </a:buClr>
              <a:buSzPts val="1400"/>
              <a:buChar char="▪"/>
              <a:defRPr/>
            </a:lvl7pPr>
            <a:lvl8pPr marL="3657600" lvl="7" indent="-317500" algn="l">
              <a:lnSpc>
                <a:spcPct val="90000"/>
              </a:lnSpc>
              <a:spcBef>
                <a:spcPts val="500"/>
              </a:spcBef>
              <a:spcAft>
                <a:spcPts val="0"/>
              </a:spcAft>
              <a:buClr>
                <a:schemeClr val="dk1"/>
              </a:buClr>
              <a:buSzPts val="14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8"/>
          <p:cNvSpPr txBox="1">
            <a:spLocks noGrp="1"/>
          </p:cNvSpPr>
          <p:nvPr>
            <p:ph type="dt" idx="10"/>
          </p:nvPr>
        </p:nvSpPr>
        <p:spPr>
          <a:xfrm>
            <a:off x="1104899" y="6356351"/>
            <a:ext cx="1829559" cy="365125"/>
          </a:xfrm>
          <a:prstGeom prst="rect">
            <a:avLst/>
          </a:prstGeom>
          <a:noFill/>
          <a:ln>
            <a:noFill/>
          </a:ln>
        </p:spPr>
        <p:txBody>
          <a:bodyPr spcFirstLastPara="1" wrap="square" lIns="0" tIns="45700" rIns="0"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8"/>
          <p:cNvSpPr txBox="1">
            <a:spLocks noGrp="1"/>
          </p:cNvSpPr>
          <p:nvPr>
            <p:ph type="ftr" idx="11"/>
          </p:nvPr>
        </p:nvSpPr>
        <p:spPr>
          <a:xfrm>
            <a:off x="2934459" y="6356350"/>
            <a:ext cx="6323082" cy="365126"/>
          </a:xfrm>
          <a:prstGeom prst="rect">
            <a:avLst/>
          </a:prstGeom>
          <a:noFill/>
          <a:ln>
            <a:noFill/>
          </a:ln>
        </p:spPr>
        <p:txBody>
          <a:bodyPr spcFirstLastPara="1" wrap="square" lIns="0" tIns="45700" rIns="0"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8"/>
          <p:cNvSpPr txBox="1">
            <a:spLocks noGrp="1"/>
          </p:cNvSpPr>
          <p:nvPr>
            <p:ph type="sldNum" idx="12"/>
          </p:nvPr>
        </p:nvSpPr>
        <p:spPr>
          <a:xfrm>
            <a:off x="9256782" y="6356351"/>
            <a:ext cx="1828800" cy="365125"/>
          </a:xfrm>
          <a:prstGeom prst="rect">
            <a:avLst/>
          </a:prstGeom>
          <a:noFill/>
          <a:ln>
            <a:noFill/>
          </a:ln>
        </p:spPr>
        <p:txBody>
          <a:bodyPr spcFirstLastPara="1" wrap="square" lIns="0" tIns="45700" rIns="0"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2"/>
        <p:cNvGrpSpPr/>
        <p:nvPr/>
      </p:nvGrpSpPr>
      <p:grpSpPr>
        <a:xfrm>
          <a:off x="0" y="0"/>
          <a:ext cx="0" cy="0"/>
          <a:chOff x="0" y="0"/>
          <a:chExt cx="0" cy="0"/>
        </a:xfrm>
      </p:grpSpPr>
      <p:sp>
        <p:nvSpPr>
          <p:cNvPr id="73" name="Google Shape;73;p29"/>
          <p:cNvSpPr txBox="1">
            <a:spLocks noGrp="1"/>
          </p:cNvSpPr>
          <p:nvPr>
            <p:ph type="title"/>
          </p:nvPr>
        </p:nvSpPr>
        <p:spPr>
          <a:xfrm>
            <a:off x="1104900" y="76200"/>
            <a:ext cx="9980682" cy="1096962"/>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9"/>
          <p:cNvSpPr txBox="1">
            <a:spLocks noGrp="1"/>
          </p:cNvSpPr>
          <p:nvPr>
            <p:ph type="body" idx="1"/>
          </p:nvPr>
        </p:nvSpPr>
        <p:spPr>
          <a:xfrm>
            <a:off x="1104900" y="1600200"/>
            <a:ext cx="4919472" cy="823912"/>
          </a:xfrm>
          <a:prstGeom prst="rect">
            <a:avLst/>
          </a:prstGeom>
          <a:noFill/>
          <a:ln>
            <a:noFill/>
          </a:ln>
        </p:spPr>
        <p:txBody>
          <a:bodyPr spcFirstLastPara="1" wrap="square" lIns="0" tIns="45700" rIns="0" bIns="45700" anchor="b" anchorCtr="0">
            <a:normAutofit/>
          </a:bodyPr>
          <a:lstStyle>
            <a:lvl1pPr marL="457200" lvl="0" indent="-228600" algn="l">
              <a:lnSpc>
                <a:spcPct val="90000"/>
              </a:lnSpc>
              <a:spcBef>
                <a:spcPts val="0"/>
              </a:spcBef>
              <a:spcAft>
                <a:spcPts val="0"/>
              </a:spcAft>
              <a:buClr>
                <a:schemeClr val="dk1"/>
              </a:buClr>
              <a:buSzPts val="2400"/>
              <a:buNone/>
              <a:defRPr sz="2400" b="1"/>
            </a:lvl1pPr>
            <a:lvl2pPr marL="914400" lvl="1" indent="-228600" algn="l">
              <a:lnSpc>
                <a:spcPct val="90000"/>
              </a:lnSpc>
              <a:spcBef>
                <a:spcPts val="600"/>
              </a:spcBef>
              <a:spcAft>
                <a:spcPts val="0"/>
              </a:spcAft>
              <a:buClr>
                <a:schemeClr val="dk1"/>
              </a:buClr>
              <a:buSzPts val="2000"/>
              <a:buNone/>
              <a:defRPr sz="2000" b="1"/>
            </a:lvl2pPr>
            <a:lvl3pPr marL="1371600" lvl="2" indent="-228600" algn="l">
              <a:lnSpc>
                <a:spcPct val="90000"/>
              </a:lnSpc>
              <a:spcBef>
                <a:spcPts val="600"/>
              </a:spcBef>
              <a:spcAft>
                <a:spcPts val="0"/>
              </a:spcAft>
              <a:buClr>
                <a:schemeClr val="dk1"/>
              </a:buClr>
              <a:buSzPts val="1800"/>
              <a:buNone/>
              <a:defRPr sz="1800" b="1"/>
            </a:lvl3pPr>
            <a:lvl4pPr marL="1828800" lvl="3" indent="-228600" algn="l">
              <a:lnSpc>
                <a:spcPct val="90000"/>
              </a:lnSpc>
              <a:spcBef>
                <a:spcPts val="600"/>
              </a:spcBef>
              <a:spcAft>
                <a:spcPts val="0"/>
              </a:spcAft>
              <a:buClr>
                <a:schemeClr val="dk1"/>
              </a:buClr>
              <a:buSzPts val="1600"/>
              <a:buNone/>
              <a:defRPr sz="1600" b="1"/>
            </a:lvl4pPr>
            <a:lvl5pPr marL="2286000" lvl="4" indent="-228600" algn="l">
              <a:lnSpc>
                <a:spcPct val="90000"/>
              </a:lnSpc>
              <a:spcBef>
                <a:spcPts val="6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5" name="Google Shape;75;p29"/>
          <p:cNvSpPr txBox="1">
            <a:spLocks noGrp="1"/>
          </p:cNvSpPr>
          <p:nvPr>
            <p:ph type="body" idx="2"/>
          </p:nvPr>
        </p:nvSpPr>
        <p:spPr>
          <a:xfrm>
            <a:off x="1104900" y="2424112"/>
            <a:ext cx="4919472" cy="3748088"/>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800"/>
              </a:spcBef>
              <a:spcAft>
                <a:spcPts val="0"/>
              </a:spcAft>
              <a:buClr>
                <a:schemeClr val="dk1"/>
              </a:buClr>
              <a:buSzPts val="1800"/>
              <a:buChar char="▪"/>
              <a:defRPr/>
            </a:lvl1pPr>
            <a:lvl2pPr marL="914400" lvl="1" indent="-342900" algn="l">
              <a:lnSpc>
                <a:spcPct val="90000"/>
              </a:lnSpc>
              <a:spcBef>
                <a:spcPts val="600"/>
              </a:spcBef>
              <a:spcAft>
                <a:spcPts val="0"/>
              </a:spcAft>
              <a:buClr>
                <a:schemeClr val="dk1"/>
              </a:buClr>
              <a:buSzPts val="1800"/>
              <a:buChar char="▪"/>
              <a:defRPr/>
            </a:lvl2pPr>
            <a:lvl3pPr marL="1371600" lvl="2" indent="-342900" algn="l">
              <a:lnSpc>
                <a:spcPct val="90000"/>
              </a:lnSpc>
              <a:spcBef>
                <a:spcPts val="600"/>
              </a:spcBef>
              <a:spcAft>
                <a:spcPts val="0"/>
              </a:spcAft>
              <a:buClr>
                <a:schemeClr val="dk1"/>
              </a:buClr>
              <a:buSzPts val="1800"/>
              <a:buChar char="▪"/>
              <a:defRPr/>
            </a:lvl3pPr>
            <a:lvl4pPr marL="1828800" lvl="3" indent="-342900" algn="l">
              <a:lnSpc>
                <a:spcPct val="90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9"/>
          <p:cNvSpPr txBox="1">
            <a:spLocks noGrp="1"/>
          </p:cNvSpPr>
          <p:nvPr>
            <p:ph type="body" idx="3"/>
          </p:nvPr>
        </p:nvSpPr>
        <p:spPr>
          <a:xfrm>
            <a:off x="6166110" y="1600200"/>
            <a:ext cx="4919472" cy="823912"/>
          </a:xfrm>
          <a:prstGeom prst="rect">
            <a:avLst/>
          </a:prstGeom>
          <a:noFill/>
          <a:ln>
            <a:noFill/>
          </a:ln>
        </p:spPr>
        <p:txBody>
          <a:bodyPr spcFirstLastPara="1" wrap="square" lIns="0" tIns="45700" rIns="0" bIns="45700" anchor="b" anchorCtr="0">
            <a:normAutofit/>
          </a:bodyPr>
          <a:lstStyle>
            <a:lvl1pPr marL="457200" lvl="0" indent="-228600" algn="l">
              <a:lnSpc>
                <a:spcPct val="90000"/>
              </a:lnSpc>
              <a:spcBef>
                <a:spcPts val="0"/>
              </a:spcBef>
              <a:spcAft>
                <a:spcPts val="0"/>
              </a:spcAft>
              <a:buClr>
                <a:schemeClr val="dk1"/>
              </a:buClr>
              <a:buSzPts val="2400"/>
              <a:buNone/>
              <a:defRPr sz="2400" b="1"/>
            </a:lvl1pPr>
            <a:lvl2pPr marL="914400" lvl="1" indent="-228600" algn="l">
              <a:lnSpc>
                <a:spcPct val="90000"/>
              </a:lnSpc>
              <a:spcBef>
                <a:spcPts val="600"/>
              </a:spcBef>
              <a:spcAft>
                <a:spcPts val="0"/>
              </a:spcAft>
              <a:buClr>
                <a:schemeClr val="dk1"/>
              </a:buClr>
              <a:buSzPts val="2000"/>
              <a:buNone/>
              <a:defRPr sz="2000" b="1"/>
            </a:lvl2pPr>
            <a:lvl3pPr marL="1371600" lvl="2" indent="-228600" algn="l">
              <a:lnSpc>
                <a:spcPct val="90000"/>
              </a:lnSpc>
              <a:spcBef>
                <a:spcPts val="600"/>
              </a:spcBef>
              <a:spcAft>
                <a:spcPts val="0"/>
              </a:spcAft>
              <a:buClr>
                <a:schemeClr val="dk1"/>
              </a:buClr>
              <a:buSzPts val="1800"/>
              <a:buNone/>
              <a:defRPr sz="1800" b="1"/>
            </a:lvl3pPr>
            <a:lvl4pPr marL="1828800" lvl="3" indent="-228600" algn="l">
              <a:lnSpc>
                <a:spcPct val="90000"/>
              </a:lnSpc>
              <a:spcBef>
                <a:spcPts val="600"/>
              </a:spcBef>
              <a:spcAft>
                <a:spcPts val="0"/>
              </a:spcAft>
              <a:buClr>
                <a:schemeClr val="dk1"/>
              </a:buClr>
              <a:buSzPts val="1600"/>
              <a:buNone/>
              <a:defRPr sz="1600" b="1"/>
            </a:lvl4pPr>
            <a:lvl5pPr marL="2286000" lvl="4" indent="-228600" algn="l">
              <a:lnSpc>
                <a:spcPct val="90000"/>
              </a:lnSpc>
              <a:spcBef>
                <a:spcPts val="6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7" name="Google Shape;77;p29"/>
          <p:cNvSpPr txBox="1">
            <a:spLocks noGrp="1"/>
          </p:cNvSpPr>
          <p:nvPr>
            <p:ph type="body" idx="4"/>
          </p:nvPr>
        </p:nvSpPr>
        <p:spPr>
          <a:xfrm>
            <a:off x="6166110" y="2424112"/>
            <a:ext cx="4919472" cy="3748088"/>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800"/>
              </a:spcBef>
              <a:spcAft>
                <a:spcPts val="0"/>
              </a:spcAft>
              <a:buClr>
                <a:schemeClr val="dk1"/>
              </a:buClr>
              <a:buSzPts val="1800"/>
              <a:buChar char="▪"/>
              <a:defRPr/>
            </a:lvl1pPr>
            <a:lvl2pPr marL="914400" lvl="1" indent="-342900" algn="l">
              <a:lnSpc>
                <a:spcPct val="90000"/>
              </a:lnSpc>
              <a:spcBef>
                <a:spcPts val="600"/>
              </a:spcBef>
              <a:spcAft>
                <a:spcPts val="0"/>
              </a:spcAft>
              <a:buClr>
                <a:schemeClr val="dk1"/>
              </a:buClr>
              <a:buSzPts val="1800"/>
              <a:buChar char="▪"/>
              <a:defRPr/>
            </a:lvl2pPr>
            <a:lvl3pPr marL="1371600" lvl="2" indent="-342900" algn="l">
              <a:lnSpc>
                <a:spcPct val="90000"/>
              </a:lnSpc>
              <a:spcBef>
                <a:spcPts val="600"/>
              </a:spcBef>
              <a:spcAft>
                <a:spcPts val="0"/>
              </a:spcAft>
              <a:buClr>
                <a:schemeClr val="dk1"/>
              </a:buClr>
              <a:buSzPts val="1800"/>
              <a:buChar char="▪"/>
              <a:defRPr/>
            </a:lvl3pPr>
            <a:lvl4pPr marL="1828800" lvl="3" indent="-342900" algn="l">
              <a:lnSpc>
                <a:spcPct val="90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29"/>
          <p:cNvSpPr txBox="1">
            <a:spLocks noGrp="1"/>
          </p:cNvSpPr>
          <p:nvPr>
            <p:ph type="dt" idx="10"/>
          </p:nvPr>
        </p:nvSpPr>
        <p:spPr>
          <a:xfrm>
            <a:off x="1104899" y="6356351"/>
            <a:ext cx="1829559" cy="365125"/>
          </a:xfrm>
          <a:prstGeom prst="rect">
            <a:avLst/>
          </a:prstGeom>
          <a:noFill/>
          <a:ln>
            <a:noFill/>
          </a:ln>
        </p:spPr>
        <p:txBody>
          <a:bodyPr spcFirstLastPara="1" wrap="square" lIns="0" tIns="45700" rIns="0"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9"/>
          <p:cNvSpPr txBox="1">
            <a:spLocks noGrp="1"/>
          </p:cNvSpPr>
          <p:nvPr>
            <p:ph type="ftr" idx="11"/>
          </p:nvPr>
        </p:nvSpPr>
        <p:spPr>
          <a:xfrm>
            <a:off x="2934459" y="6356350"/>
            <a:ext cx="6323082" cy="365126"/>
          </a:xfrm>
          <a:prstGeom prst="rect">
            <a:avLst/>
          </a:prstGeom>
          <a:noFill/>
          <a:ln>
            <a:noFill/>
          </a:ln>
        </p:spPr>
        <p:txBody>
          <a:bodyPr spcFirstLastPara="1" wrap="square" lIns="0" tIns="45700" rIns="0"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9"/>
          <p:cNvSpPr txBox="1">
            <a:spLocks noGrp="1"/>
          </p:cNvSpPr>
          <p:nvPr>
            <p:ph type="sldNum" idx="12"/>
          </p:nvPr>
        </p:nvSpPr>
        <p:spPr>
          <a:xfrm>
            <a:off x="9256782" y="6356351"/>
            <a:ext cx="1828800" cy="365125"/>
          </a:xfrm>
          <a:prstGeom prst="rect">
            <a:avLst/>
          </a:prstGeom>
          <a:noFill/>
          <a:ln>
            <a:noFill/>
          </a:ln>
        </p:spPr>
        <p:txBody>
          <a:bodyPr spcFirstLastPara="1" wrap="square" lIns="0" tIns="45700" rIns="0"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sp>
        <p:nvSpPr>
          <p:cNvPr id="82" name="Google Shape;82;p30"/>
          <p:cNvSpPr txBox="1">
            <a:spLocks noGrp="1"/>
          </p:cNvSpPr>
          <p:nvPr>
            <p:ph type="title"/>
          </p:nvPr>
        </p:nvSpPr>
        <p:spPr>
          <a:xfrm>
            <a:off x="1104900" y="76200"/>
            <a:ext cx="9980682" cy="1096962"/>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0"/>
          <p:cNvSpPr txBox="1">
            <a:spLocks noGrp="1"/>
          </p:cNvSpPr>
          <p:nvPr>
            <p:ph type="dt" idx="10"/>
          </p:nvPr>
        </p:nvSpPr>
        <p:spPr>
          <a:xfrm>
            <a:off x="1104899" y="6356351"/>
            <a:ext cx="1829559" cy="365125"/>
          </a:xfrm>
          <a:prstGeom prst="rect">
            <a:avLst/>
          </a:prstGeom>
          <a:noFill/>
          <a:ln>
            <a:noFill/>
          </a:ln>
        </p:spPr>
        <p:txBody>
          <a:bodyPr spcFirstLastPara="1" wrap="square" lIns="0" tIns="45700" rIns="0"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0"/>
          <p:cNvSpPr txBox="1">
            <a:spLocks noGrp="1"/>
          </p:cNvSpPr>
          <p:nvPr>
            <p:ph type="ftr" idx="11"/>
          </p:nvPr>
        </p:nvSpPr>
        <p:spPr>
          <a:xfrm>
            <a:off x="2934459" y="6356350"/>
            <a:ext cx="6323082" cy="365126"/>
          </a:xfrm>
          <a:prstGeom prst="rect">
            <a:avLst/>
          </a:prstGeom>
          <a:noFill/>
          <a:ln>
            <a:noFill/>
          </a:ln>
        </p:spPr>
        <p:txBody>
          <a:bodyPr spcFirstLastPara="1" wrap="square" lIns="0" tIns="45700" rIns="0"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0"/>
          <p:cNvSpPr txBox="1">
            <a:spLocks noGrp="1"/>
          </p:cNvSpPr>
          <p:nvPr>
            <p:ph type="sldNum" idx="12"/>
          </p:nvPr>
        </p:nvSpPr>
        <p:spPr>
          <a:xfrm>
            <a:off x="9256782" y="6356351"/>
            <a:ext cx="1828800" cy="365125"/>
          </a:xfrm>
          <a:prstGeom prst="rect">
            <a:avLst/>
          </a:prstGeom>
          <a:noFill/>
          <a:ln>
            <a:noFill/>
          </a:ln>
        </p:spPr>
        <p:txBody>
          <a:bodyPr spcFirstLastPara="1" wrap="square" lIns="0" tIns="45700" rIns="0"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6"/>
        <p:cNvGrpSpPr/>
        <p:nvPr/>
      </p:nvGrpSpPr>
      <p:grpSpPr>
        <a:xfrm>
          <a:off x="0" y="0"/>
          <a:ext cx="0" cy="0"/>
          <a:chOff x="0" y="0"/>
          <a:chExt cx="0" cy="0"/>
        </a:xfrm>
      </p:grpSpPr>
      <p:sp>
        <p:nvSpPr>
          <p:cNvPr id="87" name="Google Shape;87;p31"/>
          <p:cNvSpPr txBox="1">
            <a:spLocks noGrp="1"/>
          </p:cNvSpPr>
          <p:nvPr>
            <p:ph type="title"/>
          </p:nvPr>
        </p:nvSpPr>
        <p:spPr>
          <a:xfrm>
            <a:off x="1104900" y="76200"/>
            <a:ext cx="9980682" cy="1096962"/>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1"/>
          <p:cNvSpPr txBox="1">
            <a:spLocks noGrp="1"/>
          </p:cNvSpPr>
          <p:nvPr>
            <p:ph type="body" idx="1"/>
          </p:nvPr>
        </p:nvSpPr>
        <p:spPr>
          <a:xfrm>
            <a:off x="1104900" y="1600200"/>
            <a:ext cx="4384548" cy="4572000"/>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200"/>
              </a:spcBef>
              <a:spcAft>
                <a:spcPts val="0"/>
              </a:spcAft>
              <a:buClr>
                <a:schemeClr val="dk1"/>
              </a:buClr>
              <a:buSzPts val="1800"/>
              <a:buNone/>
              <a:defRPr sz="1800"/>
            </a:lvl1pPr>
            <a:lvl2pPr marL="914400" lvl="1" indent="-228600" algn="l">
              <a:lnSpc>
                <a:spcPct val="90000"/>
              </a:lnSpc>
              <a:spcBef>
                <a:spcPts val="600"/>
              </a:spcBef>
              <a:spcAft>
                <a:spcPts val="0"/>
              </a:spcAft>
              <a:buClr>
                <a:schemeClr val="dk1"/>
              </a:buClr>
              <a:buSzPts val="1400"/>
              <a:buNone/>
              <a:defRPr sz="1400"/>
            </a:lvl2pPr>
            <a:lvl3pPr marL="1371600" lvl="2" indent="-228600" algn="l">
              <a:lnSpc>
                <a:spcPct val="90000"/>
              </a:lnSpc>
              <a:spcBef>
                <a:spcPts val="600"/>
              </a:spcBef>
              <a:spcAft>
                <a:spcPts val="0"/>
              </a:spcAft>
              <a:buClr>
                <a:schemeClr val="dk1"/>
              </a:buClr>
              <a:buSzPts val="1200"/>
              <a:buNone/>
              <a:defRPr sz="1200"/>
            </a:lvl3pPr>
            <a:lvl4pPr marL="1828800" lvl="3" indent="-228600" algn="l">
              <a:lnSpc>
                <a:spcPct val="90000"/>
              </a:lnSpc>
              <a:spcBef>
                <a:spcPts val="600"/>
              </a:spcBef>
              <a:spcAft>
                <a:spcPts val="0"/>
              </a:spcAft>
              <a:buClr>
                <a:schemeClr val="dk1"/>
              </a:buClr>
              <a:buSzPts val="1000"/>
              <a:buNone/>
              <a:defRPr sz="1000"/>
            </a:lvl4pPr>
            <a:lvl5pPr marL="2286000" lvl="4" indent="-228600" algn="l">
              <a:lnSpc>
                <a:spcPct val="90000"/>
              </a:lnSpc>
              <a:spcBef>
                <a:spcPts val="6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9" name="Google Shape;89;p31"/>
          <p:cNvSpPr txBox="1">
            <a:spLocks noGrp="1"/>
          </p:cNvSpPr>
          <p:nvPr>
            <p:ph type="body" idx="2"/>
          </p:nvPr>
        </p:nvSpPr>
        <p:spPr>
          <a:xfrm>
            <a:off x="5641848" y="1600199"/>
            <a:ext cx="5445252" cy="4572001"/>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800"/>
              </a:spcBef>
              <a:spcAft>
                <a:spcPts val="0"/>
              </a:spcAft>
              <a:buClr>
                <a:schemeClr val="dk1"/>
              </a:buClr>
              <a:buSzPts val="2000"/>
              <a:buChar char="▪"/>
              <a:defRPr sz="2000"/>
            </a:lvl1pPr>
            <a:lvl2pPr marL="914400" lvl="1" indent="-330200" algn="l">
              <a:lnSpc>
                <a:spcPct val="90000"/>
              </a:lnSpc>
              <a:spcBef>
                <a:spcPts val="600"/>
              </a:spcBef>
              <a:spcAft>
                <a:spcPts val="0"/>
              </a:spcAft>
              <a:buClr>
                <a:schemeClr val="dk1"/>
              </a:buClr>
              <a:buSzPts val="1600"/>
              <a:buChar char="▪"/>
              <a:defRPr sz="1600"/>
            </a:lvl2pPr>
            <a:lvl3pPr marL="1371600" lvl="2" indent="-330200" algn="l">
              <a:lnSpc>
                <a:spcPct val="90000"/>
              </a:lnSpc>
              <a:spcBef>
                <a:spcPts val="600"/>
              </a:spcBef>
              <a:spcAft>
                <a:spcPts val="0"/>
              </a:spcAft>
              <a:buClr>
                <a:schemeClr val="dk1"/>
              </a:buClr>
              <a:buSzPts val="1600"/>
              <a:buChar char="▪"/>
              <a:defRPr sz="1600"/>
            </a:lvl3pPr>
            <a:lvl4pPr marL="1828800" lvl="3" indent="-317500" algn="l">
              <a:lnSpc>
                <a:spcPct val="90000"/>
              </a:lnSpc>
              <a:spcBef>
                <a:spcPts val="600"/>
              </a:spcBef>
              <a:spcAft>
                <a:spcPts val="0"/>
              </a:spcAft>
              <a:buClr>
                <a:schemeClr val="dk1"/>
              </a:buClr>
              <a:buSzPts val="1400"/>
              <a:buChar char="▪"/>
              <a:defRPr sz="1400"/>
            </a:lvl4pPr>
            <a:lvl5pPr marL="2286000" lvl="4" indent="-317500" algn="l">
              <a:lnSpc>
                <a:spcPct val="90000"/>
              </a:lnSpc>
              <a:spcBef>
                <a:spcPts val="600"/>
              </a:spcBef>
              <a:spcAft>
                <a:spcPts val="0"/>
              </a:spcAft>
              <a:buClr>
                <a:schemeClr val="dk1"/>
              </a:buClr>
              <a:buSzPts val="1400"/>
              <a:buChar char="▪"/>
              <a:defRPr sz="1400"/>
            </a:lvl5pPr>
            <a:lvl6pPr marL="2743200" lvl="5" indent="-317500" algn="l">
              <a:lnSpc>
                <a:spcPct val="90000"/>
              </a:lnSpc>
              <a:spcBef>
                <a:spcPts val="500"/>
              </a:spcBef>
              <a:spcAft>
                <a:spcPts val="0"/>
              </a:spcAft>
              <a:buClr>
                <a:schemeClr val="dk1"/>
              </a:buClr>
              <a:buSzPts val="1400"/>
              <a:buChar char="▪"/>
              <a:defRPr sz="1400"/>
            </a:lvl6pPr>
            <a:lvl7pPr marL="3200400" lvl="6" indent="-317500" algn="l">
              <a:lnSpc>
                <a:spcPct val="90000"/>
              </a:lnSpc>
              <a:spcBef>
                <a:spcPts val="500"/>
              </a:spcBef>
              <a:spcAft>
                <a:spcPts val="0"/>
              </a:spcAft>
              <a:buClr>
                <a:schemeClr val="dk1"/>
              </a:buClr>
              <a:buSzPts val="1400"/>
              <a:buChar char="▪"/>
              <a:defRPr sz="1400"/>
            </a:lvl7pPr>
            <a:lvl8pPr marL="3657600" lvl="7" indent="-317500" algn="l">
              <a:lnSpc>
                <a:spcPct val="90000"/>
              </a:lnSpc>
              <a:spcBef>
                <a:spcPts val="500"/>
              </a:spcBef>
              <a:spcAft>
                <a:spcPts val="0"/>
              </a:spcAft>
              <a:buClr>
                <a:schemeClr val="dk1"/>
              </a:buClr>
              <a:buSzPts val="1400"/>
              <a:buChar char="▪"/>
              <a:defRPr sz="1400"/>
            </a:lvl8pPr>
            <a:lvl9pPr marL="4114800" lvl="8" indent="-317500" algn="l">
              <a:lnSpc>
                <a:spcPct val="90000"/>
              </a:lnSpc>
              <a:spcBef>
                <a:spcPts val="500"/>
              </a:spcBef>
              <a:spcAft>
                <a:spcPts val="0"/>
              </a:spcAft>
              <a:buClr>
                <a:schemeClr val="dk1"/>
              </a:buClr>
              <a:buSzPts val="1400"/>
              <a:buChar char="▪"/>
              <a:defRPr sz="1400"/>
            </a:lvl9pPr>
          </a:lstStyle>
          <a:p>
            <a:endParaRPr/>
          </a:p>
        </p:txBody>
      </p:sp>
      <p:sp>
        <p:nvSpPr>
          <p:cNvPr id="90" name="Google Shape;90;p31"/>
          <p:cNvSpPr txBox="1">
            <a:spLocks noGrp="1"/>
          </p:cNvSpPr>
          <p:nvPr>
            <p:ph type="dt" idx="10"/>
          </p:nvPr>
        </p:nvSpPr>
        <p:spPr>
          <a:xfrm>
            <a:off x="1104899" y="6356351"/>
            <a:ext cx="1829559" cy="365125"/>
          </a:xfrm>
          <a:prstGeom prst="rect">
            <a:avLst/>
          </a:prstGeom>
          <a:noFill/>
          <a:ln>
            <a:noFill/>
          </a:ln>
        </p:spPr>
        <p:txBody>
          <a:bodyPr spcFirstLastPara="1" wrap="square" lIns="0" tIns="45700" rIns="0"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31"/>
          <p:cNvSpPr txBox="1">
            <a:spLocks noGrp="1"/>
          </p:cNvSpPr>
          <p:nvPr>
            <p:ph type="ftr" idx="11"/>
          </p:nvPr>
        </p:nvSpPr>
        <p:spPr>
          <a:xfrm>
            <a:off x="2934459" y="6356350"/>
            <a:ext cx="6323082" cy="365126"/>
          </a:xfrm>
          <a:prstGeom prst="rect">
            <a:avLst/>
          </a:prstGeom>
          <a:noFill/>
          <a:ln>
            <a:noFill/>
          </a:ln>
        </p:spPr>
        <p:txBody>
          <a:bodyPr spcFirstLastPara="1" wrap="square" lIns="0" tIns="45700" rIns="0"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31"/>
          <p:cNvSpPr txBox="1">
            <a:spLocks noGrp="1"/>
          </p:cNvSpPr>
          <p:nvPr>
            <p:ph type="sldNum" idx="12"/>
          </p:nvPr>
        </p:nvSpPr>
        <p:spPr>
          <a:xfrm>
            <a:off x="9256782" y="6356351"/>
            <a:ext cx="1828800" cy="365125"/>
          </a:xfrm>
          <a:prstGeom prst="rect">
            <a:avLst/>
          </a:prstGeom>
          <a:noFill/>
          <a:ln>
            <a:noFill/>
          </a:ln>
        </p:spPr>
        <p:txBody>
          <a:bodyPr spcFirstLastPara="1" wrap="square" lIns="0" tIns="45700" rIns="0"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3"/>
        <p:cNvGrpSpPr/>
        <p:nvPr/>
      </p:nvGrpSpPr>
      <p:grpSpPr>
        <a:xfrm>
          <a:off x="0" y="0"/>
          <a:ext cx="0" cy="0"/>
          <a:chOff x="0" y="0"/>
          <a:chExt cx="0" cy="0"/>
        </a:xfrm>
      </p:grpSpPr>
      <p:sp>
        <p:nvSpPr>
          <p:cNvPr id="94" name="Google Shape;94;p32"/>
          <p:cNvSpPr txBox="1">
            <a:spLocks noGrp="1"/>
          </p:cNvSpPr>
          <p:nvPr>
            <p:ph type="title"/>
          </p:nvPr>
        </p:nvSpPr>
        <p:spPr>
          <a:xfrm>
            <a:off x="1104900" y="76200"/>
            <a:ext cx="9980682" cy="1096962"/>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32"/>
          <p:cNvSpPr txBox="1">
            <a:spLocks noGrp="1"/>
          </p:cNvSpPr>
          <p:nvPr>
            <p:ph type="body" idx="1"/>
          </p:nvPr>
        </p:nvSpPr>
        <p:spPr>
          <a:xfrm>
            <a:off x="1104900" y="1600200"/>
            <a:ext cx="3396996" cy="4572000"/>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200"/>
              </a:spcBef>
              <a:spcAft>
                <a:spcPts val="0"/>
              </a:spcAft>
              <a:buClr>
                <a:schemeClr val="dk1"/>
              </a:buClr>
              <a:buSzPts val="1800"/>
              <a:buNone/>
              <a:defRPr sz="1800"/>
            </a:lvl1pPr>
            <a:lvl2pPr marL="914400" lvl="1" indent="-228600" algn="l">
              <a:lnSpc>
                <a:spcPct val="90000"/>
              </a:lnSpc>
              <a:spcBef>
                <a:spcPts val="600"/>
              </a:spcBef>
              <a:spcAft>
                <a:spcPts val="0"/>
              </a:spcAft>
              <a:buClr>
                <a:schemeClr val="dk1"/>
              </a:buClr>
              <a:buSzPts val="1400"/>
              <a:buNone/>
              <a:defRPr sz="1400"/>
            </a:lvl2pPr>
            <a:lvl3pPr marL="1371600" lvl="2" indent="-228600" algn="l">
              <a:lnSpc>
                <a:spcPct val="90000"/>
              </a:lnSpc>
              <a:spcBef>
                <a:spcPts val="600"/>
              </a:spcBef>
              <a:spcAft>
                <a:spcPts val="0"/>
              </a:spcAft>
              <a:buClr>
                <a:schemeClr val="dk1"/>
              </a:buClr>
              <a:buSzPts val="1200"/>
              <a:buNone/>
              <a:defRPr sz="1200"/>
            </a:lvl3pPr>
            <a:lvl4pPr marL="1828800" lvl="3" indent="-228600" algn="l">
              <a:lnSpc>
                <a:spcPct val="90000"/>
              </a:lnSpc>
              <a:spcBef>
                <a:spcPts val="600"/>
              </a:spcBef>
              <a:spcAft>
                <a:spcPts val="0"/>
              </a:spcAft>
              <a:buClr>
                <a:schemeClr val="dk1"/>
              </a:buClr>
              <a:buSzPts val="1000"/>
              <a:buNone/>
              <a:defRPr sz="1000"/>
            </a:lvl4pPr>
            <a:lvl5pPr marL="2286000" lvl="4" indent="-228600" algn="l">
              <a:lnSpc>
                <a:spcPct val="90000"/>
              </a:lnSpc>
              <a:spcBef>
                <a:spcPts val="6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6" name="Google Shape;96;p32" descr="An empty placeholder to add an image. Click on the placeholder and select the image that you wish to add."/>
          <p:cNvSpPr>
            <a:spLocks noGrp="1"/>
          </p:cNvSpPr>
          <p:nvPr>
            <p:ph type="pic" idx="2"/>
          </p:nvPr>
        </p:nvSpPr>
        <p:spPr>
          <a:xfrm>
            <a:off x="4654671" y="1600199"/>
            <a:ext cx="6430912" cy="4572001"/>
          </a:xfrm>
          <a:prstGeom prst="rect">
            <a:avLst/>
          </a:prstGeom>
          <a:noFill/>
          <a:ln>
            <a:noFill/>
          </a:ln>
        </p:spPr>
      </p:sp>
      <p:sp>
        <p:nvSpPr>
          <p:cNvPr id="97" name="Google Shape;97;p32"/>
          <p:cNvSpPr txBox="1">
            <a:spLocks noGrp="1"/>
          </p:cNvSpPr>
          <p:nvPr>
            <p:ph type="dt" idx="10"/>
          </p:nvPr>
        </p:nvSpPr>
        <p:spPr>
          <a:xfrm>
            <a:off x="1104899" y="6356351"/>
            <a:ext cx="1829559" cy="365125"/>
          </a:xfrm>
          <a:prstGeom prst="rect">
            <a:avLst/>
          </a:prstGeom>
          <a:noFill/>
          <a:ln>
            <a:noFill/>
          </a:ln>
        </p:spPr>
        <p:txBody>
          <a:bodyPr spcFirstLastPara="1" wrap="square" lIns="0" tIns="45700" rIns="0"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32"/>
          <p:cNvSpPr txBox="1">
            <a:spLocks noGrp="1"/>
          </p:cNvSpPr>
          <p:nvPr>
            <p:ph type="ftr" idx="11"/>
          </p:nvPr>
        </p:nvSpPr>
        <p:spPr>
          <a:xfrm>
            <a:off x="2934459" y="6356350"/>
            <a:ext cx="6323082" cy="365126"/>
          </a:xfrm>
          <a:prstGeom prst="rect">
            <a:avLst/>
          </a:prstGeom>
          <a:noFill/>
          <a:ln>
            <a:noFill/>
          </a:ln>
        </p:spPr>
        <p:txBody>
          <a:bodyPr spcFirstLastPara="1" wrap="square" lIns="0" tIns="45700" rIns="0"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32"/>
          <p:cNvSpPr txBox="1">
            <a:spLocks noGrp="1"/>
          </p:cNvSpPr>
          <p:nvPr>
            <p:ph type="sldNum" idx="12"/>
          </p:nvPr>
        </p:nvSpPr>
        <p:spPr>
          <a:xfrm>
            <a:off x="9256782" y="6356351"/>
            <a:ext cx="1828800" cy="365125"/>
          </a:xfrm>
          <a:prstGeom prst="rect">
            <a:avLst/>
          </a:prstGeom>
          <a:noFill/>
          <a:ln>
            <a:noFill/>
          </a:ln>
        </p:spPr>
        <p:txBody>
          <a:bodyPr spcFirstLastPara="1" wrap="square" lIns="0" tIns="45700" rIns="0"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0"/>
        <p:cNvGrpSpPr/>
        <p:nvPr/>
      </p:nvGrpSpPr>
      <p:grpSpPr>
        <a:xfrm>
          <a:off x="0" y="0"/>
          <a:ext cx="0" cy="0"/>
          <a:chOff x="0" y="0"/>
          <a:chExt cx="0" cy="0"/>
        </a:xfrm>
      </p:grpSpPr>
      <p:sp>
        <p:nvSpPr>
          <p:cNvPr id="101" name="Google Shape;101;p33"/>
          <p:cNvSpPr txBox="1">
            <a:spLocks noGrp="1"/>
          </p:cNvSpPr>
          <p:nvPr>
            <p:ph type="title"/>
          </p:nvPr>
        </p:nvSpPr>
        <p:spPr>
          <a:xfrm>
            <a:off x="1104900" y="76200"/>
            <a:ext cx="9980682" cy="1096962"/>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33"/>
          <p:cNvSpPr txBox="1">
            <a:spLocks noGrp="1"/>
          </p:cNvSpPr>
          <p:nvPr>
            <p:ph type="body" idx="1"/>
          </p:nvPr>
        </p:nvSpPr>
        <p:spPr>
          <a:xfrm rot="5400000">
            <a:off x="3810000" y="-1104900"/>
            <a:ext cx="4572000" cy="9982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800"/>
              </a:spcBef>
              <a:spcAft>
                <a:spcPts val="0"/>
              </a:spcAft>
              <a:buClr>
                <a:schemeClr val="dk1"/>
              </a:buClr>
              <a:buSzPts val="1800"/>
              <a:buChar char="▪"/>
              <a:defRPr/>
            </a:lvl1pPr>
            <a:lvl2pPr marL="914400" lvl="1" indent="-342900" algn="l">
              <a:lnSpc>
                <a:spcPct val="90000"/>
              </a:lnSpc>
              <a:spcBef>
                <a:spcPts val="600"/>
              </a:spcBef>
              <a:spcAft>
                <a:spcPts val="0"/>
              </a:spcAft>
              <a:buClr>
                <a:schemeClr val="dk1"/>
              </a:buClr>
              <a:buSzPts val="1800"/>
              <a:buChar char="▪"/>
              <a:defRPr/>
            </a:lvl2pPr>
            <a:lvl3pPr marL="1371600" lvl="2" indent="-342900" algn="l">
              <a:lnSpc>
                <a:spcPct val="90000"/>
              </a:lnSpc>
              <a:spcBef>
                <a:spcPts val="600"/>
              </a:spcBef>
              <a:spcAft>
                <a:spcPts val="0"/>
              </a:spcAft>
              <a:buClr>
                <a:schemeClr val="dk1"/>
              </a:buClr>
              <a:buSzPts val="1800"/>
              <a:buChar char="▪"/>
              <a:defRPr/>
            </a:lvl3pPr>
            <a:lvl4pPr marL="1828800" lvl="3" indent="-342900" algn="l">
              <a:lnSpc>
                <a:spcPct val="90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33"/>
          <p:cNvSpPr txBox="1">
            <a:spLocks noGrp="1"/>
          </p:cNvSpPr>
          <p:nvPr>
            <p:ph type="dt" idx="10"/>
          </p:nvPr>
        </p:nvSpPr>
        <p:spPr>
          <a:xfrm>
            <a:off x="1104899" y="6356351"/>
            <a:ext cx="1829559" cy="365125"/>
          </a:xfrm>
          <a:prstGeom prst="rect">
            <a:avLst/>
          </a:prstGeom>
          <a:noFill/>
          <a:ln>
            <a:noFill/>
          </a:ln>
        </p:spPr>
        <p:txBody>
          <a:bodyPr spcFirstLastPara="1" wrap="square" lIns="0" tIns="45700" rIns="0"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33"/>
          <p:cNvSpPr txBox="1">
            <a:spLocks noGrp="1"/>
          </p:cNvSpPr>
          <p:nvPr>
            <p:ph type="ftr" idx="11"/>
          </p:nvPr>
        </p:nvSpPr>
        <p:spPr>
          <a:xfrm>
            <a:off x="2934459" y="6356350"/>
            <a:ext cx="6323082" cy="365126"/>
          </a:xfrm>
          <a:prstGeom prst="rect">
            <a:avLst/>
          </a:prstGeom>
          <a:noFill/>
          <a:ln>
            <a:noFill/>
          </a:ln>
        </p:spPr>
        <p:txBody>
          <a:bodyPr spcFirstLastPara="1" wrap="square" lIns="0" tIns="45700" rIns="0"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33"/>
          <p:cNvSpPr txBox="1">
            <a:spLocks noGrp="1"/>
          </p:cNvSpPr>
          <p:nvPr>
            <p:ph type="sldNum" idx="12"/>
          </p:nvPr>
        </p:nvSpPr>
        <p:spPr>
          <a:xfrm>
            <a:off x="9256782" y="6356351"/>
            <a:ext cx="1828800" cy="365125"/>
          </a:xfrm>
          <a:prstGeom prst="rect">
            <a:avLst/>
          </a:prstGeom>
          <a:noFill/>
          <a:ln>
            <a:noFill/>
          </a:ln>
        </p:spPr>
        <p:txBody>
          <a:bodyPr spcFirstLastPara="1" wrap="square" lIns="0" tIns="45700" rIns="0"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06"/>
        <p:cNvGrpSpPr/>
        <p:nvPr/>
      </p:nvGrpSpPr>
      <p:grpSpPr>
        <a:xfrm>
          <a:off x="0" y="0"/>
          <a:ext cx="0" cy="0"/>
          <a:chOff x="0" y="0"/>
          <a:chExt cx="0" cy="0"/>
        </a:xfrm>
      </p:grpSpPr>
      <p:sp>
        <p:nvSpPr>
          <p:cNvPr id="107" name="Google Shape;107;p34"/>
          <p:cNvSpPr txBox="1">
            <a:spLocks noGrp="1"/>
          </p:cNvSpPr>
          <p:nvPr>
            <p:ph type="title"/>
          </p:nvPr>
        </p:nvSpPr>
        <p:spPr>
          <a:xfrm rot="5400000">
            <a:off x="7323931" y="2413794"/>
            <a:ext cx="5811838" cy="1714500"/>
          </a:xfrm>
          <a:prstGeom prst="rect">
            <a:avLst/>
          </a:prstGeom>
          <a:noFill/>
          <a:ln>
            <a:noFill/>
          </a:ln>
        </p:spPr>
        <p:txBody>
          <a:bodyPr spcFirstLastPara="1" wrap="square" lIns="0" tIns="45700" rIns="0" bIns="45700" anchor="b"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34"/>
          <p:cNvSpPr txBox="1">
            <a:spLocks noGrp="1"/>
          </p:cNvSpPr>
          <p:nvPr>
            <p:ph type="body" idx="1"/>
          </p:nvPr>
        </p:nvSpPr>
        <p:spPr>
          <a:xfrm rot="5400000">
            <a:off x="2248429" y="-778404"/>
            <a:ext cx="5811838" cy="8098896"/>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800"/>
              </a:spcBef>
              <a:spcAft>
                <a:spcPts val="0"/>
              </a:spcAft>
              <a:buClr>
                <a:schemeClr val="dk1"/>
              </a:buClr>
              <a:buSzPts val="1800"/>
              <a:buChar char="▪"/>
              <a:defRPr/>
            </a:lvl1pPr>
            <a:lvl2pPr marL="914400" lvl="1" indent="-342900" algn="l">
              <a:lnSpc>
                <a:spcPct val="90000"/>
              </a:lnSpc>
              <a:spcBef>
                <a:spcPts val="600"/>
              </a:spcBef>
              <a:spcAft>
                <a:spcPts val="0"/>
              </a:spcAft>
              <a:buClr>
                <a:schemeClr val="dk1"/>
              </a:buClr>
              <a:buSzPts val="1800"/>
              <a:buChar char="▪"/>
              <a:defRPr/>
            </a:lvl2pPr>
            <a:lvl3pPr marL="1371600" lvl="2" indent="-342900" algn="l">
              <a:lnSpc>
                <a:spcPct val="90000"/>
              </a:lnSpc>
              <a:spcBef>
                <a:spcPts val="600"/>
              </a:spcBef>
              <a:spcAft>
                <a:spcPts val="0"/>
              </a:spcAft>
              <a:buClr>
                <a:schemeClr val="dk1"/>
              </a:buClr>
              <a:buSzPts val="1800"/>
              <a:buChar char="▪"/>
              <a:defRPr/>
            </a:lvl3pPr>
            <a:lvl4pPr marL="1828800" lvl="3" indent="-342900" algn="l">
              <a:lnSpc>
                <a:spcPct val="90000"/>
              </a:lnSpc>
              <a:spcBef>
                <a:spcPts val="600"/>
              </a:spcBef>
              <a:spcAft>
                <a:spcPts val="0"/>
              </a:spcAft>
              <a:buClr>
                <a:schemeClr val="dk1"/>
              </a:buClr>
              <a:buSzPts val="1800"/>
              <a:buChar char="▪"/>
              <a:defRPr/>
            </a:lvl4pPr>
            <a:lvl5pPr marL="2286000" lvl="4" indent="-342900" algn="l">
              <a:lnSpc>
                <a:spcPct val="90000"/>
              </a:lnSpc>
              <a:spcBef>
                <a:spcPts val="6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34"/>
          <p:cNvSpPr txBox="1">
            <a:spLocks noGrp="1"/>
          </p:cNvSpPr>
          <p:nvPr>
            <p:ph type="dt" idx="10"/>
          </p:nvPr>
        </p:nvSpPr>
        <p:spPr>
          <a:xfrm>
            <a:off x="1104899" y="6356351"/>
            <a:ext cx="1829559" cy="365125"/>
          </a:xfrm>
          <a:prstGeom prst="rect">
            <a:avLst/>
          </a:prstGeom>
          <a:noFill/>
          <a:ln>
            <a:noFill/>
          </a:ln>
        </p:spPr>
        <p:txBody>
          <a:bodyPr spcFirstLastPara="1" wrap="square" lIns="0" tIns="45700" rIns="0"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34"/>
          <p:cNvSpPr txBox="1">
            <a:spLocks noGrp="1"/>
          </p:cNvSpPr>
          <p:nvPr>
            <p:ph type="ftr" idx="11"/>
          </p:nvPr>
        </p:nvSpPr>
        <p:spPr>
          <a:xfrm>
            <a:off x="2934459" y="6356350"/>
            <a:ext cx="6323082" cy="365126"/>
          </a:xfrm>
          <a:prstGeom prst="rect">
            <a:avLst/>
          </a:prstGeom>
          <a:noFill/>
          <a:ln>
            <a:noFill/>
          </a:ln>
        </p:spPr>
        <p:txBody>
          <a:bodyPr spcFirstLastPara="1" wrap="square" lIns="0" tIns="45700" rIns="0"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34"/>
          <p:cNvSpPr txBox="1">
            <a:spLocks noGrp="1"/>
          </p:cNvSpPr>
          <p:nvPr>
            <p:ph type="sldNum" idx="12"/>
          </p:nvPr>
        </p:nvSpPr>
        <p:spPr>
          <a:xfrm>
            <a:off x="9256782" y="6356351"/>
            <a:ext cx="1828800" cy="365125"/>
          </a:xfrm>
          <a:prstGeom prst="rect">
            <a:avLst/>
          </a:prstGeom>
          <a:noFill/>
          <a:ln>
            <a:noFill/>
          </a:ln>
        </p:spPr>
        <p:txBody>
          <a:bodyPr spcFirstLastPara="1" wrap="square" lIns="0" tIns="45700" rIns="0"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grpSp>
        <p:nvGrpSpPr>
          <p:cNvPr id="112" name="Google Shape;112;p34"/>
          <p:cNvGrpSpPr/>
          <p:nvPr/>
        </p:nvGrpSpPr>
        <p:grpSpPr>
          <a:xfrm rot="5400000">
            <a:off x="6514047" y="3228843"/>
            <a:ext cx="5632704" cy="84403"/>
            <a:chOff x="1073150" y="1219201"/>
            <a:chExt cx="10058400" cy="63125"/>
          </a:xfrm>
        </p:grpSpPr>
        <p:cxnSp>
          <p:nvCxnSpPr>
            <p:cNvPr id="113" name="Google Shape;113;p34"/>
            <p:cNvCxnSpPr/>
            <p:nvPr/>
          </p:nvCxnSpPr>
          <p:spPr>
            <a:xfrm rot="10800000">
              <a:off x="1073150" y="1219201"/>
              <a:ext cx="10058400" cy="0"/>
            </a:xfrm>
            <a:prstGeom prst="straightConnector1">
              <a:avLst/>
            </a:prstGeom>
            <a:noFill/>
            <a:ln w="38100" cap="flat" cmpd="sng">
              <a:solidFill>
                <a:schemeClr val="dk1"/>
              </a:solidFill>
              <a:prstDash val="solid"/>
              <a:miter lim="800000"/>
              <a:headEnd type="none" w="sm" len="sm"/>
              <a:tailEnd type="none" w="sm" len="sm"/>
            </a:ln>
          </p:spPr>
        </p:cxnSp>
        <p:cxnSp>
          <p:nvCxnSpPr>
            <p:cNvPr id="114" name="Google Shape;114;p34"/>
            <p:cNvCxnSpPr/>
            <p:nvPr/>
          </p:nvCxnSpPr>
          <p:spPr>
            <a:xfrm rot="10800000">
              <a:off x="1073150" y="1282326"/>
              <a:ext cx="10058400" cy="0"/>
            </a:xfrm>
            <a:prstGeom prst="straightConnector1">
              <a:avLst/>
            </a:prstGeom>
            <a:noFill/>
            <a:ln w="12700" cap="flat" cmpd="sng">
              <a:solidFill>
                <a:schemeClr val="dk1"/>
              </a:solidFill>
              <a:prstDash val="solid"/>
              <a:miter lim="800000"/>
              <a:headEnd type="none" w="sm" len="sm"/>
              <a:tailEnd type="none" w="sm" len="sm"/>
            </a:ln>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1104900" y="76200"/>
            <a:ext cx="9980682" cy="1096962"/>
          </a:xfrm>
          <a:prstGeom prst="rect">
            <a:avLst/>
          </a:prstGeom>
          <a:noFill/>
          <a:ln>
            <a:noFill/>
          </a:ln>
        </p:spPr>
        <p:txBody>
          <a:bodyPr spcFirstLastPara="1" wrap="square" lIns="0" tIns="45700" rIns="0" bIns="45700" anchor="b" anchorCtr="0">
            <a:normAutofit/>
          </a:bodyPr>
          <a:lstStyle>
            <a:lvl1pPr marR="0" lvl="0" algn="l" rtl="0">
              <a:lnSpc>
                <a:spcPct val="9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2"/>
          <p:cNvSpPr txBox="1">
            <a:spLocks noGrp="1"/>
          </p:cNvSpPr>
          <p:nvPr>
            <p:ph type="body" idx="1"/>
          </p:nvPr>
        </p:nvSpPr>
        <p:spPr>
          <a:xfrm>
            <a:off x="1104900" y="1600200"/>
            <a:ext cx="9982200" cy="457200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800"/>
              </a:spcBef>
              <a:spcAft>
                <a:spcPts val="0"/>
              </a:spcAft>
              <a:buClr>
                <a:schemeClr val="dk1"/>
              </a:buClr>
              <a:buSzPts val="2000"/>
              <a:buFont typeface="Noto Sans Symbols"/>
              <a:buChar char="▪"/>
              <a:defRPr sz="2000" b="0" i="0" u="none" strike="noStrike" cap="none">
                <a:solidFill>
                  <a:schemeClr val="dk1"/>
                </a:solidFill>
                <a:latin typeface="Arial"/>
                <a:ea typeface="Arial"/>
                <a:cs typeface="Arial"/>
                <a:sym typeface="Arial"/>
              </a:defRPr>
            </a:lvl1pPr>
            <a:lvl2pPr marL="914400" marR="0" lvl="1" indent="-330200" algn="l" rtl="0">
              <a:lnSpc>
                <a:spcPct val="90000"/>
              </a:lnSpc>
              <a:spcBef>
                <a:spcPts val="600"/>
              </a:spcBef>
              <a:spcAft>
                <a:spcPts val="0"/>
              </a:spcAft>
              <a:buClr>
                <a:schemeClr val="dk1"/>
              </a:buClr>
              <a:buSzPts val="1600"/>
              <a:buFont typeface="Noto Sans Symbols"/>
              <a:buChar char="▪"/>
              <a:defRPr sz="1600" b="0" i="0" u="none" strike="noStrike" cap="none">
                <a:solidFill>
                  <a:schemeClr val="dk1"/>
                </a:solidFill>
                <a:latin typeface="Arial"/>
                <a:ea typeface="Arial"/>
                <a:cs typeface="Arial"/>
                <a:sym typeface="Arial"/>
              </a:defRPr>
            </a:lvl2pPr>
            <a:lvl3pPr marL="1371600" marR="0" lvl="2" indent="-317500" algn="l" rtl="0">
              <a:lnSpc>
                <a:spcPct val="90000"/>
              </a:lnSpc>
              <a:spcBef>
                <a:spcPts val="600"/>
              </a:spcBef>
              <a:spcAft>
                <a:spcPts val="0"/>
              </a:spcAft>
              <a:buClr>
                <a:schemeClr val="dk1"/>
              </a:buClr>
              <a:buSzPts val="1400"/>
              <a:buFont typeface="Noto Sans Symbols"/>
              <a:buChar char="▪"/>
              <a:defRPr sz="1400" b="0" i="0" u="none" strike="noStrike" cap="none">
                <a:solidFill>
                  <a:schemeClr val="dk1"/>
                </a:solidFill>
                <a:latin typeface="Arial"/>
                <a:ea typeface="Arial"/>
                <a:cs typeface="Arial"/>
                <a:sym typeface="Arial"/>
              </a:defRPr>
            </a:lvl3pPr>
            <a:lvl4pPr marL="1828800" marR="0" lvl="3" indent="-317500" algn="l" rtl="0">
              <a:lnSpc>
                <a:spcPct val="90000"/>
              </a:lnSpc>
              <a:spcBef>
                <a:spcPts val="600"/>
              </a:spcBef>
              <a:spcAft>
                <a:spcPts val="0"/>
              </a:spcAft>
              <a:buClr>
                <a:schemeClr val="dk1"/>
              </a:buClr>
              <a:buSzPts val="1400"/>
              <a:buFont typeface="Noto Sans Symbols"/>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600"/>
              </a:spcBef>
              <a:spcAft>
                <a:spcPts val="0"/>
              </a:spcAft>
              <a:buClr>
                <a:schemeClr val="dk1"/>
              </a:buClr>
              <a:buSzPts val="1400"/>
              <a:buFont typeface="Noto Sans Symbols"/>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500"/>
              </a:spcBef>
              <a:spcAft>
                <a:spcPts val="0"/>
              </a:spcAft>
              <a:buClr>
                <a:schemeClr val="dk1"/>
              </a:buClr>
              <a:buSzPts val="1400"/>
              <a:buFont typeface="Noto Sans Symbols"/>
              <a:buChar char="▪"/>
              <a:defRPr sz="1400" b="0" i="0" u="none" strike="noStrike" cap="none">
                <a:solidFill>
                  <a:schemeClr val="dk1"/>
                </a:solidFill>
                <a:latin typeface="Arial"/>
                <a:ea typeface="Arial"/>
                <a:cs typeface="Arial"/>
                <a:sym typeface="Arial"/>
              </a:defRPr>
            </a:lvl9pPr>
          </a:lstStyle>
          <a:p>
            <a:endParaRPr/>
          </a:p>
        </p:txBody>
      </p:sp>
      <p:sp>
        <p:nvSpPr>
          <p:cNvPr id="12" name="Google Shape;12;p22"/>
          <p:cNvSpPr txBox="1">
            <a:spLocks noGrp="1"/>
          </p:cNvSpPr>
          <p:nvPr>
            <p:ph type="dt" idx="10"/>
          </p:nvPr>
        </p:nvSpPr>
        <p:spPr>
          <a:xfrm>
            <a:off x="1104899" y="6356351"/>
            <a:ext cx="1829559" cy="365125"/>
          </a:xfrm>
          <a:prstGeom prst="rect">
            <a:avLst/>
          </a:prstGeom>
          <a:noFill/>
          <a:ln>
            <a:noFill/>
          </a:ln>
        </p:spPr>
        <p:txBody>
          <a:bodyPr spcFirstLastPara="1" wrap="square" lIns="0" tIns="45700" rIns="0"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3C363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22"/>
          <p:cNvSpPr txBox="1">
            <a:spLocks noGrp="1"/>
          </p:cNvSpPr>
          <p:nvPr>
            <p:ph type="ftr" idx="11"/>
          </p:nvPr>
        </p:nvSpPr>
        <p:spPr>
          <a:xfrm>
            <a:off x="2934459" y="6356350"/>
            <a:ext cx="6323082" cy="365126"/>
          </a:xfrm>
          <a:prstGeom prst="rect">
            <a:avLst/>
          </a:prstGeom>
          <a:noFill/>
          <a:ln>
            <a:noFill/>
          </a:ln>
        </p:spPr>
        <p:txBody>
          <a:bodyPr spcFirstLastPara="1" wrap="square" lIns="0" tIns="45700" rIns="0"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3C363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22"/>
          <p:cNvSpPr txBox="1">
            <a:spLocks noGrp="1"/>
          </p:cNvSpPr>
          <p:nvPr>
            <p:ph type="sldNum" idx="12"/>
          </p:nvPr>
        </p:nvSpPr>
        <p:spPr>
          <a:xfrm>
            <a:off x="9256782" y="6356351"/>
            <a:ext cx="1828800" cy="365125"/>
          </a:xfrm>
          <a:prstGeom prst="rect">
            <a:avLst/>
          </a:prstGeom>
          <a:noFill/>
          <a:ln>
            <a:noFill/>
          </a:ln>
        </p:spPr>
        <p:txBody>
          <a:bodyPr spcFirstLastPara="1" wrap="square" lIns="0" tIns="45700" rIns="0"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3C363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grpSp>
        <p:nvGrpSpPr>
          <p:cNvPr id="15" name="Google Shape;15;p22"/>
          <p:cNvGrpSpPr/>
          <p:nvPr/>
        </p:nvGrpSpPr>
        <p:grpSpPr>
          <a:xfrm>
            <a:off x="1103376" y="1219201"/>
            <a:ext cx="9985248" cy="84403"/>
            <a:chOff x="1073150" y="1219201"/>
            <a:chExt cx="10058400" cy="63125"/>
          </a:xfrm>
        </p:grpSpPr>
        <p:cxnSp>
          <p:nvCxnSpPr>
            <p:cNvPr id="16" name="Google Shape;16;p22"/>
            <p:cNvCxnSpPr/>
            <p:nvPr/>
          </p:nvCxnSpPr>
          <p:spPr>
            <a:xfrm rot="10800000">
              <a:off x="1073150" y="1219201"/>
              <a:ext cx="10058400" cy="0"/>
            </a:xfrm>
            <a:prstGeom prst="straightConnector1">
              <a:avLst/>
            </a:prstGeom>
            <a:noFill/>
            <a:ln w="38100" cap="flat" cmpd="sng">
              <a:solidFill>
                <a:schemeClr val="dk1"/>
              </a:solidFill>
              <a:prstDash val="solid"/>
              <a:miter lim="800000"/>
              <a:headEnd type="none" w="sm" len="sm"/>
              <a:tailEnd type="none" w="sm" len="sm"/>
            </a:ln>
          </p:spPr>
        </p:cxnSp>
        <p:cxnSp>
          <p:nvCxnSpPr>
            <p:cNvPr id="17" name="Google Shape;17;p22"/>
            <p:cNvCxnSpPr/>
            <p:nvPr/>
          </p:nvCxnSpPr>
          <p:spPr>
            <a:xfrm rot="10800000">
              <a:off x="1073150" y="1282326"/>
              <a:ext cx="10058400" cy="0"/>
            </a:xfrm>
            <a:prstGeom prst="straightConnector1">
              <a:avLst/>
            </a:prstGeom>
            <a:noFill/>
            <a:ln w="12700" cap="flat" cmpd="sng">
              <a:solidFill>
                <a:schemeClr val="dk1"/>
              </a:solidFill>
              <a:prstDash val="solid"/>
              <a:miter lim="800000"/>
              <a:headEnd type="none" w="sm" len="sm"/>
              <a:tailEnd type="none" w="sm" len="sm"/>
            </a:ln>
          </p:spPr>
        </p:cxn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ieeexplore.ieee.org/document/9003246" TargetMode="External"/><Relationship Id="rId13" Type="http://schemas.openxmlformats.org/officeDocument/2006/relationships/hyperlink" Target="https://ieeexplore-ieee-org-kkwagh.knimbus.com/document/10927025" TargetMode="External"/><Relationship Id="rId3" Type="http://schemas.openxmlformats.org/officeDocument/2006/relationships/hyperlink" Target="https://ieeexplore.ieee.org/document/8471327" TargetMode="External"/><Relationship Id="rId7" Type="http://schemas.openxmlformats.org/officeDocument/2006/relationships/hyperlink" Target="https://ieeexplore.ieee.org/document/9154132" TargetMode="External"/><Relationship Id="rId12" Type="http://schemas.openxmlformats.org/officeDocument/2006/relationships/hyperlink" Target="https://ieeexplore-ieee-org-kkwagh.knimbus.com/document/11379426" TargetMode="External"/><Relationship Id="rId2" Type="http://schemas.openxmlformats.org/officeDocument/2006/relationships/hyperlink" Target="https://ieeexplore.ieee.org/document/9099865" TargetMode="External"/><Relationship Id="rId1" Type="http://schemas.openxmlformats.org/officeDocument/2006/relationships/slideLayout" Target="../slideLayouts/slideLayout2.xml"/><Relationship Id="rId6" Type="http://schemas.openxmlformats.org/officeDocument/2006/relationships/hyperlink" Target="https://ieeexplore.ieee.org/document/8976120" TargetMode="External"/><Relationship Id="rId11" Type="http://schemas.openxmlformats.org/officeDocument/2006/relationships/hyperlink" Target="https://ieeexplore-ieee-org-kkwagh.knimbus.com/document/10776708" TargetMode="External"/><Relationship Id="rId5" Type="http://schemas.openxmlformats.org/officeDocument/2006/relationships/hyperlink" Target="https://ieeexplore.ieee.org/document/8768208" TargetMode="External"/><Relationship Id="rId10" Type="http://schemas.openxmlformats.org/officeDocument/2006/relationships/hyperlink" Target="https://ieeexplore.ieee.org/document/9444513" TargetMode="External"/><Relationship Id="rId4" Type="http://schemas.openxmlformats.org/officeDocument/2006/relationships/hyperlink" Target="https://ieeexplore.ieee.org/document/9036156" TargetMode="External"/><Relationship Id="rId9" Type="http://schemas.openxmlformats.org/officeDocument/2006/relationships/hyperlink" Target="https://ieeexplore.ieee.org/document/9158251"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
          <p:cNvSpPr txBox="1">
            <a:spLocks noGrp="1"/>
          </p:cNvSpPr>
          <p:nvPr>
            <p:ph type="ctrTitle"/>
          </p:nvPr>
        </p:nvSpPr>
        <p:spPr>
          <a:xfrm>
            <a:off x="543191" y="2402469"/>
            <a:ext cx="5734200" cy="1626900"/>
          </a:xfrm>
          <a:prstGeom prst="rect">
            <a:avLst/>
          </a:prstGeom>
          <a:noFill/>
          <a:ln>
            <a:noFill/>
          </a:ln>
        </p:spPr>
        <p:txBody>
          <a:bodyPr spcFirstLastPara="1" wrap="square" lIns="0" tIns="45700" rIns="0" bIns="45700" anchor="ctr" anchorCtr="0">
            <a:noAutofit/>
          </a:bodyPr>
          <a:lstStyle/>
          <a:p>
            <a:pPr marL="0" lvl="0" indent="0" algn="l" rtl="0">
              <a:lnSpc>
                <a:spcPct val="90000"/>
              </a:lnSpc>
              <a:spcBef>
                <a:spcPts val="0"/>
              </a:spcBef>
              <a:spcAft>
                <a:spcPts val="0"/>
              </a:spcAft>
              <a:buClr>
                <a:schemeClr val="dk2"/>
              </a:buClr>
              <a:buSzPts val="990"/>
              <a:buNone/>
            </a:pPr>
            <a:r>
              <a:rPr lang="en-IN" sz="2800" b="1">
                <a:solidFill>
                  <a:srgbClr val="0D0D0D"/>
                </a:solidFill>
              </a:rPr>
              <a:t>Seminar Topic</a:t>
            </a:r>
            <a:endParaRPr sz="2560"/>
          </a:p>
        </p:txBody>
      </p:sp>
      <p:sp>
        <p:nvSpPr>
          <p:cNvPr id="121" name="Google Shape;121;p1"/>
          <p:cNvSpPr txBox="1">
            <a:spLocks noGrp="1"/>
          </p:cNvSpPr>
          <p:nvPr>
            <p:ph type="subTitle" idx="1"/>
          </p:nvPr>
        </p:nvSpPr>
        <p:spPr>
          <a:xfrm>
            <a:off x="523467" y="3741625"/>
            <a:ext cx="5773500" cy="1625700"/>
          </a:xfrm>
          <a:prstGeom prst="rect">
            <a:avLst/>
          </a:prstGeom>
          <a:noFill/>
          <a:ln>
            <a:noFill/>
          </a:ln>
        </p:spPr>
        <p:txBody>
          <a:bodyPr spcFirstLastPara="1" wrap="square" lIns="0" tIns="45700" rIns="0" bIns="45700" anchor="t" anchorCtr="0">
            <a:normAutofit/>
          </a:bodyPr>
          <a:lstStyle/>
          <a:p>
            <a:pPr marL="0" lvl="0" indent="0" algn="l" rtl="0">
              <a:lnSpc>
                <a:spcPct val="90000"/>
              </a:lnSpc>
              <a:spcBef>
                <a:spcPts val="0"/>
              </a:spcBef>
              <a:spcAft>
                <a:spcPts val="0"/>
              </a:spcAft>
              <a:buClr>
                <a:schemeClr val="dk1"/>
              </a:buClr>
              <a:buSzPts val="1800"/>
              <a:buNone/>
            </a:pPr>
            <a:endParaRPr dirty="0"/>
          </a:p>
          <a:p>
            <a:pPr marL="0" lvl="0" indent="0" algn="l" rtl="0">
              <a:lnSpc>
                <a:spcPct val="90000"/>
              </a:lnSpc>
              <a:spcBef>
                <a:spcPts val="0"/>
              </a:spcBef>
              <a:spcAft>
                <a:spcPts val="0"/>
              </a:spcAft>
              <a:buClr>
                <a:schemeClr val="dk1"/>
              </a:buClr>
              <a:buSzPts val="1800"/>
              <a:buNone/>
            </a:pPr>
            <a:r>
              <a:rPr lang="en-IN" dirty="0"/>
              <a:t>Presented by: PID-4</a:t>
            </a:r>
            <a:endParaRPr dirty="0"/>
          </a:p>
          <a:p>
            <a:pPr marL="0" lvl="0" indent="0" algn="l" rtl="0">
              <a:lnSpc>
                <a:spcPct val="90000"/>
              </a:lnSpc>
              <a:spcBef>
                <a:spcPts val="0"/>
              </a:spcBef>
              <a:spcAft>
                <a:spcPts val="0"/>
              </a:spcAft>
              <a:buClr>
                <a:schemeClr val="dk1"/>
              </a:buClr>
              <a:buSzPts val="1800"/>
              <a:buNone/>
            </a:pPr>
            <a:endParaRPr dirty="0"/>
          </a:p>
          <a:p>
            <a:pPr marL="0" lvl="0" indent="0" algn="l" rtl="0">
              <a:lnSpc>
                <a:spcPct val="90000"/>
              </a:lnSpc>
              <a:spcBef>
                <a:spcPts val="0"/>
              </a:spcBef>
              <a:spcAft>
                <a:spcPts val="0"/>
              </a:spcAft>
              <a:buClr>
                <a:schemeClr val="dk1"/>
              </a:buClr>
              <a:buSzPts val="1800"/>
              <a:buNone/>
            </a:pPr>
            <a:r>
              <a:rPr lang="en-IN" dirty="0"/>
              <a:t>Class : TY-A</a:t>
            </a:r>
            <a:endParaRPr dirty="0"/>
          </a:p>
          <a:p>
            <a:pPr marL="0" lvl="0" indent="0" algn="l" rtl="0">
              <a:lnSpc>
                <a:spcPct val="90000"/>
              </a:lnSpc>
              <a:spcBef>
                <a:spcPts val="0"/>
              </a:spcBef>
              <a:spcAft>
                <a:spcPts val="0"/>
              </a:spcAft>
              <a:buClr>
                <a:schemeClr val="dk1"/>
              </a:buClr>
              <a:buSzPts val="1800"/>
              <a:buNone/>
            </a:pPr>
            <a:endParaRPr dirty="0"/>
          </a:p>
          <a:p>
            <a:pPr marL="0" lvl="0" indent="0" algn="l" rtl="0">
              <a:lnSpc>
                <a:spcPct val="90000"/>
              </a:lnSpc>
              <a:spcBef>
                <a:spcPts val="0"/>
              </a:spcBef>
              <a:spcAft>
                <a:spcPts val="0"/>
              </a:spcAft>
              <a:buClr>
                <a:schemeClr val="dk1"/>
              </a:buClr>
              <a:buSzPts val="1800"/>
              <a:buNone/>
            </a:pPr>
            <a:r>
              <a:rPr lang="en-IN" dirty="0"/>
              <a:t>Guided by :Prof. Monali Mahajan</a:t>
            </a:r>
            <a:endParaRPr dirty="0"/>
          </a:p>
          <a:p>
            <a:pPr marL="0" lvl="0" indent="0" algn="l" rtl="0">
              <a:lnSpc>
                <a:spcPct val="90000"/>
              </a:lnSpc>
              <a:spcBef>
                <a:spcPts val="0"/>
              </a:spcBef>
              <a:spcAft>
                <a:spcPts val="0"/>
              </a:spcAft>
              <a:buClr>
                <a:schemeClr val="dk1"/>
              </a:buClr>
              <a:buSzPts val="1800"/>
              <a:buNone/>
            </a:pPr>
            <a:endParaRPr dirty="0"/>
          </a:p>
        </p:txBody>
      </p:sp>
      <p:sp>
        <p:nvSpPr>
          <p:cNvPr id="122" name="Google Shape;122;p1"/>
          <p:cNvSpPr>
            <a:spLocks noGrp="1"/>
          </p:cNvSpPr>
          <p:nvPr>
            <p:ph type="pic" idx="2"/>
          </p:nvPr>
        </p:nvSpPr>
        <p:spPr>
          <a:xfrm>
            <a:off x="6981063" y="1310656"/>
            <a:ext cx="5210937" cy="4208604"/>
          </a:xfrm>
          <a:prstGeom prst="rect">
            <a:avLst/>
          </a:prstGeom>
          <a:solidFill>
            <a:srgbClr val="DED9D6"/>
          </a:solidFill>
          <a:ln>
            <a:noFill/>
          </a:ln>
        </p:spPr>
      </p:sp>
      <p:pic>
        <p:nvPicPr>
          <p:cNvPr id="123" name="Google Shape;123;p1"/>
          <p:cNvPicPr preferRelativeResize="0"/>
          <p:nvPr/>
        </p:nvPicPr>
        <p:blipFill rotWithShape="1">
          <a:blip r:embed="rId3">
            <a:alphaModFix/>
          </a:blip>
          <a:srcRect/>
          <a:stretch/>
        </p:blipFill>
        <p:spPr>
          <a:xfrm>
            <a:off x="8399415" y="3344239"/>
            <a:ext cx="2677887" cy="2155222"/>
          </a:xfrm>
          <a:prstGeom prst="rect">
            <a:avLst/>
          </a:prstGeom>
          <a:noFill/>
          <a:ln>
            <a:noFill/>
          </a:ln>
        </p:spPr>
      </p:pic>
      <p:pic>
        <p:nvPicPr>
          <p:cNvPr id="124" name="Google Shape;124;p1" descr="C:\Users\itdept\Desktop\Revision2_NAAC_Criteria\KKW Building photo. 27-4-17.jpg"/>
          <p:cNvPicPr preferRelativeResize="0"/>
          <p:nvPr/>
        </p:nvPicPr>
        <p:blipFill rotWithShape="1">
          <a:blip r:embed="rId4">
            <a:alphaModFix/>
          </a:blip>
          <a:srcRect/>
          <a:stretch/>
        </p:blipFill>
        <p:spPr>
          <a:xfrm>
            <a:off x="6962502" y="1310866"/>
            <a:ext cx="5229497" cy="198945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
          <p:cNvSpPr txBox="1">
            <a:spLocks noGrp="1"/>
          </p:cNvSpPr>
          <p:nvPr>
            <p:ph type="title"/>
          </p:nvPr>
        </p:nvSpPr>
        <p:spPr>
          <a:xfrm>
            <a:off x="1104900" y="76200"/>
            <a:ext cx="9980682" cy="1096962"/>
          </a:xfrm>
          <a:prstGeom prst="rect">
            <a:avLst/>
          </a:prstGeom>
          <a:noFill/>
          <a:ln>
            <a:noFill/>
          </a:ln>
        </p:spPr>
        <p:txBody>
          <a:bodyPr spcFirstLastPara="1" wrap="square" lIns="0" tIns="45700" rIns="0" bIns="45700" anchor="b" anchorCtr="0">
            <a:normAutofit/>
          </a:bodyPr>
          <a:lstStyle/>
          <a:p>
            <a:pPr marL="0" lvl="0" indent="0" algn="l" rtl="0">
              <a:lnSpc>
                <a:spcPct val="90000"/>
              </a:lnSpc>
              <a:spcBef>
                <a:spcPts val="0"/>
              </a:spcBef>
              <a:spcAft>
                <a:spcPts val="0"/>
              </a:spcAft>
              <a:buClr>
                <a:schemeClr val="dk1"/>
              </a:buClr>
              <a:buSzPts val="2800"/>
              <a:buFont typeface="Arial"/>
              <a:buNone/>
            </a:pPr>
            <a:r>
              <a:rPr lang="en-IN"/>
              <a:t>Outline</a:t>
            </a:r>
            <a:endParaRPr/>
          </a:p>
        </p:txBody>
      </p:sp>
      <p:sp>
        <p:nvSpPr>
          <p:cNvPr id="130" name="Google Shape;130;p2"/>
          <p:cNvSpPr txBox="1">
            <a:spLocks noGrp="1"/>
          </p:cNvSpPr>
          <p:nvPr>
            <p:ph type="body" idx="1"/>
          </p:nvPr>
        </p:nvSpPr>
        <p:spPr>
          <a:xfrm>
            <a:off x="1003300" y="1480455"/>
            <a:ext cx="9982200" cy="4169229"/>
          </a:xfrm>
          <a:prstGeom prst="rect">
            <a:avLst/>
          </a:prstGeom>
          <a:noFill/>
          <a:ln>
            <a:noFill/>
          </a:ln>
        </p:spPr>
        <p:txBody>
          <a:bodyPr spcFirstLastPara="1" wrap="square" lIns="0" tIns="45700" rIns="0" bIns="45700" anchor="t" anchorCtr="0">
            <a:normAutofit lnSpcReduction="10000"/>
          </a:bodyPr>
          <a:lstStyle/>
          <a:p>
            <a:pPr marL="0" lvl="0" indent="0" algn="l" rtl="0">
              <a:lnSpc>
                <a:spcPct val="90000"/>
              </a:lnSpc>
              <a:spcBef>
                <a:spcPts val="0"/>
              </a:spcBef>
              <a:spcAft>
                <a:spcPts val="0"/>
              </a:spcAft>
              <a:buClr>
                <a:schemeClr val="dk1"/>
              </a:buClr>
              <a:buSzPts val="2000"/>
              <a:buNone/>
            </a:pPr>
            <a:endParaRPr dirty="0"/>
          </a:p>
          <a:p>
            <a:pPr marL="228600" lvl="0" indent="-228600" algn="l" rtl="0">
              <a:lnSpc>
                <a:spcPct val="90000"/>
              </a:lnSpc>
              <a:spcBef>
                <a:spcPts val="1800"/>
              </a:spcBef>
              <a:spcAft>
                <a:spcPts val="0"/>
              </a:spcAft>
              <a:buClr>
                <a:schemeClr val="dk1"/>
              </a:buClr>
              <a:buSzPts val="2000"/>
              <a:buChar char="▪"/>
            </a:pPr>
            <a:r>
              <a:rPr lang="en-IN" dirty="0"/>
              <a:t>Introduction</a:t>
            </a:r>
            <a:endParaRPr dirty="0"/>
          </a:p>
          <a:p>
            <a:pPr marL="228600" lvl="0" indent="-228600" algn="l" rtl="0">
              <a:lnSpc>
                <a:spcPct val="90000"/>
              </a:lnSpc>
              <a:spcBef>
                <a:spcPts val="1800"/>
              </a:spcBef>
              <a:spcAft>
                <a:spcPts val="0"/>
              </a:spcAft>
              <a:buClr>
                <a:schemeClr val="dk1"/>
              </a:buClr>
              <a:buSzPts val="2000"/>
              <a:buChar char="▪"/>
            </a:pPr>
            <a:r>
              <a:rPr lang="en-IN" dirty="0"/>
              <a:t>Problem Statement</a:t>
            </a:r>
            <a:endParaRPr dirty="0"/>
          </a:p>
          <a:p>
            <a:pPr marL="228600" lvl="0" indent="-215900" algn="l" rtl="0">
              <a:lnSpc>
                <a:spcPct val="90000"/>
              </a:lnSpc>
              <a:spcBef>
                <a:spcPts val="1800"/>
              </a:spcBef>
              <a:spcAft>
                <a:spcPts val="0"/>
              </a:spcAft>
              <a:buSzPts val="1800"/>
              <a:buChar char="▪"/>
            </a:pPr>
            <a:r>
              <a:rPr lang="en-IN" dirty="0"/>
              <a:t>Objectives</a:t>
            </a:r>
            <a:endParaRPr dirty="0"/>
          </a:p>
          <a:p>
            <a:pPr marL="228600" lvl="0" indent="-228600" algn="l" rtl="0">
              <a:lnSpc>
                <a:spcPct val="90000"/>
              </a:lnSpc>
              <a:spcBef>
                <a:spcPts val="1800"/>
              </a:spcBef>
              <a:spcAft>
                <a:spcPts val="0"/>
              </a:spcAft>
              <a:buClr>
                <a:schemeClr val="dk1"/>
              </a:buClr>
              <a:buSzPts val="2000"/>
              <a:buChar char="▪"/>
            </a:pPr>
            <a:r>
              <a:rPr lang="en-IN" dirty="0"/>
              <a:t>Literature Review </a:t>
            </a:r>
            <a:endParaRPr dirty="0"/>
          </a:p>
          <a:p>
            <a:pPr marL="228600" lvl="0" indent="-228600" algn="l" rtl="0">
              <a:lnSpc>
                <a:spcPct val="90000"/>
              </a:lnSpc>
              <a:spcBef>
                <a:spcPts val="1800"/>
              </a:spcBef>
              <a:spcAft>
                <a:spcPts val="0"/>
              </a:spcAft>
              <a:buClr>
                <a:schemeClr val="dk1"/>
              </a:buClr>
              <a:buSzPts val="2000"/>
              <a:buChar char="▪"/>
            </a:pPr>
            <a:r>
              <a:rPr lang="en-IN" dirty="0"/>
              <a:t>Methodology(Block </a:t>
            </a:r>
            <a:r>
              <a:rPr lang="en-IN" dirty="0" err="1"/>
              <a:t>diagram,Proposed</a:t>
            </a:r>
            <a:r>
              <a:rPr lang="en-IN" dirty="0"/>
              <a:t> </a:t>
            </a:r>
            <a:r>
              <a:rPr lang="en-IN" dirty="0" err="1"/>
              <a:t>approach,Techniques,tools</a:t>
            </a:r>
            <a:r>
              <a:rPr lang="en-IN" dirty="0"/>
              <a:t>)</a:t>
            </a:r>
            <a:endParaRPr dirty="0"/>
          </a:p>
          <a:p>
            <a:pPr marL="228600" lvl="0" indent="-215900" algn="l" rtl="0">
              <a:lnSpc>
                <a:spcPct val="90000"/>
              </a:lnSpc>
              <a:spcBef>
                <a:spcPts val="1800"/>
              </a:spcBef>
              <a:spcAft>
                <a:spcPts val="0"/>
              </a:spcAft>
              <a:buSzPts val="1800"/>
              <a:buChar char="▪"/>
            </a:pPr>
            <a:r>
              <a:rPr lang="en-IN" dirty="0"/>
              <a:t>Expected Outcomes (</a:t>
            </a:r>
            <a:r>
              <a:rPr lang="en-IN" dirty="0" err="1"/>
              <a:t>Input,Output</a:t>
            </a:r>
            <a:r>
              <a:rPr lang="en-IN" dirty="0"/>
              <a:t>)</a:t>
            </a:r>
            <a:endParaRPr dirty="0"/>
          </a:p>
          <a:p>
            <a:pPr marL="228600" lvl="0" indent="-228600" algn="l" rtl="0">
              <a:lnSpc>
                <a:spcPct val="90000"/>
              </a:lnSpc>
              <a:spcBef>
                <a:spcPts val="1800"/>
              </a:spcBef>
              <a:spcAft>
                <a:spcPts val="0"/>
              </a:spcAft>
              <a:buClr>
                <a:schemeClr val="dk1"/>
              </a:buClr>
              <a:buSzPts val="2000"/>
              <a:buChar char="▪"/>
            </a:pPr>
            <a:r>
              <a:rPr lang="en-IN" dirty="0"/>
              <a:t>Summary (Key takeaways from seminar)</a:t>
            </a:r>
            <a:endParaRPr dirty="0"/>
          </a:p>
          <a:p>
            <a:pPr marL="228600" lvl="0" indent="-228600" algn="l" rtl="0">
              <a:lnSpc>
                <a:spcPct val="90000"/>
              </a:lnSpc>
              <a:spcBef>
                <a:spcPts val="1800"/>
              </a:spcBef>
              <a:spcAft>
                <a:spcPts val="0"/>
              </a:spcAft>
              <a:buClr>
                <a:schemeClr val="dk1"/>
              </a:buClr>
              <a:buSzPts val="2000"/>
              <a:buChar char="▪"/>
            </a:pPr>
            <a:r>
              <a:rPr lang="en-IN" dirty="0"/>
              <a:t>References(List of  papers and sources referred)</a:t>
            </a:r>
            <a:endParaRPr dirty="0"/>
          </a:p>
        </p:txBody>
      </p:sp>
      <p:pic>
        <p:nvPicPr>
          <p:cNvPr id="131" name="Google Shape;131;p2"/>
          <p:cNvPicPr preferRelativeResize="0"/>
          <p:nvPr/>
        </p:nvPicPr>
        <p:blipFill rotWithShape="1">
          <a:blip r:embed="rId3">
            <a:alphaModFix/>
          </a:blip>
          <a:srcRect/>
          <a:stretch/>
        </p:blipFill>
        <p:spPr>
          <a:xfrm>
            <a:off x="10919540" y="150750"/>
            <a:ext cx="1233271" cy="1029803"/>
          </a:xfrm>
          <a:prstGeom prst="rect">
            <a:avLst/>
          </a:prstGeom>
          <a:noFill/>
          <a:ln>
            <a:noFill/>
          </a:ln>
        </p:spPr>
      </p:pic>
      <p:sp>
        <p:nvSpPr>
          <p:cNvPr id="132" name="Google Shape;132;p2"/>
          <p:cNvSpPr txBox="1">
            <a:spLocks noGrp="1"/>
          </p:cNvSpPr>
          <p:nvPr>
            <p:ph type="ftr" idx="11"/>
          </p:nvPr>
        </p:nvSpPr>
        <p:spPr>
          <a:xfrm>
            <a:off x="1451114" y="6286894"/>
            <a:ext cx="8110330" cy="606162"/>
          </a:xfrm>
          <a:prstGeom prst="rect">
            <a:avLst/>
          </a:prstGeom>
          <a:noFill/>
          <a:ln>
            <a:noFill/>
          </a:ln>
        </p:spPr>
        <p:txBody>
          <a:bodyPr spcFirstLastPara="1" wrap="square" lIns="0" tIns="45700" rIns="0" bIns="45700" anchor="ctr" anchorCtr="0">
            <a:noAutofit/>
          </a:bodyPr>
          <a:lstStyle/>
          <a:p>
            <a:pPr marL="1371600" lvl="0" indent="457200" algn="ctr" rtl="0">
              <a:lnSpc>
                <a:spcPct val="100000"/>
              </a:lnSpc>
              <a:spcBef>
                <a:spcPts val="0"/>
              </a:spcBef>
              <a:spcAft>
                <a:spcPts val="0"/>
              </a:spcAft>
              <a:buSzPts val="1400"/>
              <a:buNone/>
            </a:pPr>
            <a:r>
              <a:rPr lang="en-IN" sz="1600" b="1">
                <a:solidFill>
                  <a:srgbClr val="0D0D0D"/>
                </a:solidFill>
              </a:rPr>
              <a:t>Seminar Title</a:t>
            </a:r>
            <a:endParaRPr sz="100"/>
          </a:p>
        </p:txBody>
      </p:sp>
      <p:sp>
        <p:nvSpPr>
          <p:cNvPr id="133" name="Google Shape;133;p2"/>
          <p:cNvSpPr txBox="1">
            <a:spLocks noGrp="1"/>
          </p:cNvSpPr>
          <p:nvPr>
            <p:ph type="dt" idx="10"/>
          </p:nvPr>
        </p:nvSpPr>
        <p:spPr>
          <a:xfrm>
            <a:off x="825150" y="6407425"/>
            <a:ext cx="2109300" cy="365100"/>
          </a:xfrm>
          <a:prstGeom prst="rect">
            <a:avLst/>
          </a:prstGeom>
          <a:noFill/>
          <a:ln>
            <a:noFill/>
          </a:ln>
        </p:spPr>
        <p:txBody>
          <a:bodyPr spcFirstLastPara="1" wrap="square" lIns="0" tIns="45700" rIns="0" bIns="45700" anchor="ctr" anchorCtr="0">
            <a:noAutofit/>
          </a:bodyPr>
          <a:lstStyle/>
          <a:p>
            <a:pPr marL="0" lvl="0" indent="0" algn="l" rtl="0">
              <a:lnSpc>
                <a:spcPct val="100000"/>
              </a:lnSpc>
              <a:spcBef>
                <a:spcPts val="0"/>
              </a:spcBef>
              <a:spcAft>
                <a:spcPts val="0"/>
              </a:spcAft>
              <a:buSzPts val="1400"/>
              <a:buNone/>
            </a:pPr>
            <a:r>
              <a:rPr lang="en-IN"/>
              <a:t>21/10/2023</a:t>
            </a:r>
            <a:endParaRPr/>
          </a:p>
        </p:txBody>
      </p:sp>
      <p:sp>
        <p:nvSpPr>
          <p:cNvPr id="134" name="Google Shape;134;p2"/>
          <p:cNvSpPr txBox="1">
            <a:spLocks noGrp="1"/>
          </p:cNvSpPr>
          <p:nvPr>
            <p:ph type="sldNum" idx="12"/>
          </p:nvPr>
        </p:nvSpPr>
        <p:spPr>
          <a:xfrm>
            <a:off x="9256782" y="6356351"/>
            <a:ext cx="1828800" cy="365125"/>
          </a:xfrm>
          <a:prstGeom prst="rect">
            <a:avLst/>
          </a:prstGeom>
          <a:noFill/>
          <a:ln>
            <a:noFill/>
          </a:ln>
        </p:spPr>
        <p:txBody>
          <a:bodyPr spcFirstLastPara="1" wrap="square" lIns="0" tIns="45700" rIns="0"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8A133-3DD1-E2A5-D25F-50CA1AD276AC}"/>
              </a:ext>
            </a:extLst>
          </p:cNvPr>
          <p:cNvSpPr>
            <a:spLocks noGrp="1"/>
          </p:cNvSpPr>
          <p:nvPr>
            <p:ph type="title"/>
          </p:nvPr>
        </p:nvSpPr>
        <p:spPr/>
        <p:txBody>
          <a:bodyPr/>
          <a:lstStyle/>
          <a:p>
            <a:r>
              <a:rPr lang="en-IN" dirty="0"/>
              <a:t>Introduction</a:t>
            </a:r>
          </a:p>
        </p:txBody>
      </p:sp>
      <p:sp>
        <p:nvSpPr>
          <p:cNvPr id="3" name="Text Placeholder 2">
            <a:extLst>
              <a:ext uri="{FF2B5EF4-FFF2-40B4-BE49-F238E27FC236}">
                <a16:creationId xmlns:a16="http://schemas.microsoft.com/office/drawing/2014/main" id="{7EA3027E-EE17-5FE4-2A7B-BC4463745F89}"/>
              </a:ext>
            </a:extLst>
          </p:cNvPr>
          <p:cNvSpPr>
            <a:spLocks noGrp="1"/>
          </p:cNvSpPr>
          <p:nvPr>
            <p:ph type="body"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Modern manufacturing industries are rapidly adopting digital technologies to improve efficiency, safety, and operational management. However, many small and medium scale industries still rely on manual processes and disconnected systems for monitoring machinery, managing inventory, tracking production, and ensuring worker safety. This lack of integration often leads to production delays, inefficient resource utilization, machine downtime, and increased risk of workplace accidents. Additionally, traditional surveillance systems such as CCTV cameras only record activities but do not actively analyze incidents or provide intelligent alerts and generate report.</a:t>
            </a:r>
          </a:p>
          <a:p>
            <a:pPr algn="just"/>
            <a:r>
              <a:rPr lang="en-US" sz="1800" dirty="0">
                <a:latin typeface="Times New Roman" panose="02020603050405020304" pitchFamily="18" charset="0"/>
                <a:cs typeface="Times New Roman" panose="02020603050405020304" pitchFamily="18" charset="0"/>
              </a:rPr>
              <a:t>The AI Based Integrated Industrial Monitoring and Management System is designed to address these challenges by providing a centralized platform that integrates machinery monitoring, inventory management, client order systems, and department wise performance analysis. The system also incorporates image processing for incident detection and IoT based proximity sensors to improve workplace safety and prevent accidents near machines. By providing real time monitoring and performance analytics through a centralized dashboard, the system helps industries improve productivity, safety, and decision making while supporting the transition toward smart manufacturing environments.</a:t>
            </a:r>
          </a:p>
          <a:p>
            <a:endParaRPr lang="en-IN" dirty="0"/>
          </a:p>
        </p:txBody>
      </p:sp>
      <p:sp>
        <p:nvSpPr>
          <p:cNvPr id="4" name="Slide Number Placeholder 3">
            <a:extLst>
              <a:ext uri="{FF2B5EF4-FFF2-40B4-BE49-F238E27FC236}">
                <a16:creationId xmlns:a16="http://schemas.microsoft.com/office/drawing/2014/main" id="{2B2AD156-8B25-F0B4-48FE-87A504AB64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3</a:t>
            </a:fld>
            <a:endParaRPr lang="en-IN"/>
          </a:p>
        </p:txBody>
      </p:sp>
    </p:spTree>
    <p:extLst>
      <p:ext uri="{BB962C8B-B14F-4D97-AF65-F5344CB8AC3E}">
        <p14:creationId xmlns:p14="http://schemas.microsoft.com/office/powerpoint/2010/main" val="1354831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0FB06-0CC9-223B-587F-840936089545}"/>
              </a:ext>
            </a:extLst>
          </p:cNvPr>
          <p:cNvSpPr>
            <a:spLocks noGrp="1"/>
          </p:cNvSpPr>
          <p:nvPr>
            <p:ph type="title"/>
          </p:nvPr>
        </p:nvSpPr>
        <p:spPr/>
        <p:txBody>
          <a:bodyPr/>
          <a:lstStyle/>
          <a:p>
            <a:r>
              <a:rPr lang="en-IN" dirty="0"/>
              <a:t>Problem Statement</a:t>
            </a:r>
          </a:p>
        </p:txBody>
      </p:sp>
      <p:sp>
        <p:nvSpPr>
          <p:cNvPr id="3" name="Text Placeholder 2">
            <a:extLst>
              <a:ext uri="{FF2B5EF4-FFF2-40B4-BE49-F238E27FC236}">
                <a16:creationId xmlns:a16="http://schemas.microsoft.com/office/drawing/2014/main" id="{3FABC9C6-5817-86F1-700D-FA4C2DB6D9A3}"/>
              </a:ext>
            </a:extLst>
          </p:cNvPr>
          <p:cNvSpPr>
            <a:spLocks noGrp="1"/>
          </p:cNvSpPr>
          <p:nvPr>
            <p:ph type="body" idx="1"/>
          </p:nvPr>
        </p:nvSpPr>
        <p:spPr/>
        <p:txBody>
          <a:bodyPr>
            <a:normAutofit/>
          </a:bodyPr>
          <a:lstStyle/>
          <a:p>
            <a:r>
              <a:rPr lang="en-US" sz="1800" dirty="0"/>
              <a:t>Title - AI-Based Integrated Industrial Monitoring and Management System</a:t>
            </a:r>
          </a:p>
          <a:p>
            <a:pPr algn="just"/>
            <a:r>
              <a:rPr lang="en-US" sz="1800" dirty="0"/>
              <a:t>Manufacturing industries face significant challenges in managing multiple operational activities such as machinery monitoring, inventory control, worker safety, client orders, and coordination between departments. In many small and medium scale factories these processes are handled manually or through separate systems, which results in lack of real time visibility, inefficient communication, and delayed decision making. Machine failures, inventory shortages, and safety hazards are often detected late, causing production delays and financial losses. Traditional CCTV surveillance systems only record video footage but do not automatically detect incidents or unsafe worker behavior. Additionally, management teams </a:t>
            </a:r>
            <a:r>
              <a:rPr lang="en-US" sz="1800" dirty="0">
                <a:latin typeface="Times New Roman" panose="02020603050405020304" pitchFamily="18" charset="0"/>
                <a:cs typeface="Times New Roman" panose="02020603050405020304" pitchFamily="18" charset="0"/>
              </a:rPr>
              <a:t>often</a:t>
            </a:r>
            <a:r>
              <a:rPr lang="en-US" sz="1800" dirty="0"/>
              <a:t> lack proper tools to analyze department wise performance and machine utilization effectively. Without an integrated monitoring system, it becomes difficult to ensure safety, optimize production, and maintain efficient communication between clients and factory departments. Therefore, there is a need for a centralized intelligent platform that integrates machinery monitoring, inventory management, performance analysis, client interaction, and safety monitoring using image processing and IoT based sensors to improve industrial efficiency and workplace safety.</a:t>
            </a:r>
            <a:endParaRPr lang="en-IN" sz="1800" dirty="0"/>
          </a:p>
        </p:txBody>
      </p:sp>
      <p:sp>
        <p:nvSpPr>
          <p:cNvPr id="4" name="Slide Number Placeholder 3">
            <a:extLst>
              <a:ext uri="{FF2B5EF4-FFF2-40B4-BE49-F238E27FC236}">
                <a16:creationId xmlns:a16="http://schemas.microsoft.com/office/drawing/2014/main" id="{F8813C83-7457-3C37-418A-EB621E62E54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4</a:t>
            </a:fld>
            <a:endParaRPr lang="en-IN"/>
          </a:p>
        </p:txBody>
      </p:sp>
    </p:spTree>
    <p:extLst>
      <p:ext uri="{BB962C8B-B14F-4D97-AF65-F5344CB8AC3E}">
        <p14:creationId xmlns:p14="http://schemas.microsoft.com/office/powerpoint/2010/main" val="3797420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C6506-9EB5-D139-3431-57CFF7186F16}"/>
              </a:ext>
            </a:extLst>
          </p:cNvPr>
          <p:cNvSpPr>
            <a:spLocks noGrp="1"/>
          </p:cNvSpPr>
          <p:nvPr>
            <p:ph type="title"/>
          </p:nvPr>
        </p:nvSpPr>
        <p:spPr/>
        <p:txBody>
          <a:bodyPr/>
          <a:lstStyle/>
          <a:p>
            <a:r>
              <a:rPr lang="en-IN" dirty="0"/>
              <a:t>Objectives</a:t>
            </a:r>
          </a:p>
        </p:txBody>
      </p:sp>
      <p:sp>
        <p:nvSpPr>
          <p:cNvPr id="3" name="Text Placeholder 2">
            <a:extLst>
              <a:ext uri="{FF2B5EF4-FFF2-40B4-BE49-F238E27FC236}">
                <a16:creationId xmlns:a16="http://schemas.microsoft.com/office/drawing/2014/main" id="{41FA3746-3E62-6D0B-0948-B656ADE243A6}"/>
              </a:ext>
            </a:extLst>
          </p:cNvPr>
          <p:cNvSpPr>
            <a:spLocks noGrp="1"/>
          </p:cNvSpPr>
          <p:nvPr>
            <p:ph type="body" idx="1"/>
          </p:nvPr>
        </p:nvSpPr>
        <p:spPr/>
        <p:txBody>
          <a:bodyPr>
            <a:normAutofit/>
          </a:bodyPr>
          <a:lstStyle/>
          <a:p>
            <a:pPr algn="just"/>
            <a:r>
              <a:rPr lang="en-US" sz="1800" dirty="0">
                <a:latin typeface="Times New Roman" panose="02020603050405020304" pitchFamily="18" charset="0"/>
                <a:cs typeface="Times New Roman" panose="02020603050405020304" pitchFamily="18" charset="0"/>
              </a:rPr>
              <a:t>To design and develop an AI Based Integrated Industrial Monitoring and Management System for smart factory operations.</a:t>
            </a:r>
          </a:p>
          <a:p>
            <a:pPr algn="just"/>
            <a:r>
              <a:rPr lang="en-US" sz="1800" dirty="0">
                <a:latin typeface="Times New Roman" panose="02020603050405020304" pitchFamily="18" charset="0"/>
                <a:cs typeface="Times New Roman" panose="02020603050405020304" pitchFamily="18" charset="0"/>
              </a:rPr>
              <a:t>To monitor machinery performance and utilization in real time to reduce downtime.</a:t>
            </a:r>
          </a:p>
          <a:p>
            <a:pPr algn="just"/>
            <a:r>
              <a:rPr lang="en-US" sz="1800" dirty="0">
                <a:latin typeface="Times New Roman" panose="02020603050405020304" pitchFamily="18" charset="0"/>
                <a:cs typeface="Times New Roman" panose="02020603050405020304" pitchFamily="18" charset="0"/>
              </a:rPr>
              <a:t>To implement an inventory management system for tracking raw materials and stock levels efficiently.</a:t>
            </a:r>
          </a:p>
          <a:p>
            <a:pPr algn="just"/>
            <a:r>
              <a:rPr lang="en-US" sz="1800" dirty="0">
                <a:latin typeface="Times New Roman" panose="02020603050405020304" pitchFamily="18" charset="0"/>
                <a:cs typeface="Times New Roman" panose="02020603050405020304" pitchFamily="18" charset="0"/>
              </a:rPr>
              <a:t>To develop a client system that connects customers with the production process and order management.</a:t>
            </a:r>
          </a:p>
          <a:p>
            <a:pPr algn="just"/>
            <a:r>
              <a:rPr lang="en-US" sz="1800" dirty="0">
                <a:latin typeface="Times New Roman" panose="02020603050405020304" pitchFamily="18" charset="0"/>
                <a:cs typeface="Times New Roman" panose="02020603050405020304" pitchFamily="18" charset="0"/>
              </a:rPr>
              <a:t>To analyze department wise and worker performance using a centralized analytics dashboard.</a:t>
            </a:r>
          </a:p>
          <a:p>
            <a:pPr algn="just"/>
            <a:r>
              <a:rPr lang="en-US" sz="1800" dirty="0">
                <a:latin typeface="Times New Roman" panose="02020603050405020304" pitchFamily="18" charset="0"/>
                <a:cs typeface="Times New Roman" panose="02020603050405020304" pitchFamily="18" charset="0"/>
              </a:rPr>
              <a:t>To enhance industrial security using image processing for incident detection and reporting.</a:t>
            </a:r>
          </a:p>
          <a:p>
            <a:pPr algn="just"/>
            <a:r>
              <a:rPr lang="en-US" sz="1800" dirty="0">
                <a:latin typeface="Times New Roman" panose="02020603050405020304" pitchFamily="18" charset="0"/>
                <a:cs typeface="Times New Roman" panose="02020603050405020304" pitchFamily="18" charset="0"/>
              </a:rPr>
              <a:t>To integrate IoT based proximity sensors for safety monitoring and accident prevention near machines.</a:t>
            </a:r>
          </a:p>
          <a:p>
            <a:pPr algn="just"/>
            <a:r>
              <a:rPr lang="en-US" sz="1800" dirty="0">
                <a:latin typeface="Times New Roman" panose="02020603050405020304" pitchFamily="18" charset="0"/>
                <a:cs typeface="Times New Roman" panose="02020603050405020304" pitchFamily="18" charset="0"/>
              </a:rPr>
              <a:t>To improve coordination between departments such as production inventory HR and management.</a:t>
            </a:r>
          </a:p>
          <a:p>
            <a:endParaRPr lang="en-IN" dirty="0"/>
          </a:p>
        </p:txBody>
      </p:sp>
      <p:sp>
        <p:nvSpPr>
          <p:cNvPr id="4" name="Slide Number Placeholder 3">
            <a:extLst>
              <a:ext uri="{FF2B5EF4-FFF2-40B4-BE49-F238E27FC236}">
                <a16:creationId xmlns:a16="http://schemas.microsoft.com/office/drawing/2014/main" id="{B5237206-985A-F347-BC42-975C96B5D02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5</a:t>
            </a:fld>
            <a:endParaRPr lang="en-IN"/>
          </a:p>
        </p:txBody>
      </p:sp>
    </p:spTree>
    <p:extLst>
      <p:ext uri="{BB962C8B-B14F-4D97-AF65-F5344CB8AC3E}">
        <p14:creationId xmlns:p14="http://schemas.microsoft.com/office/powerpoint/2010/main" val="3778585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B02DF-1693-BAB5-DE04-290FEEBA1BDE}"/>
              </a:ext>
            </a:extLst>
          </p:cNvPr>
          <p:cNvSpPr>
            <a:spLocks noGrp="1"/>
          </p:cNvSpPr>
          <p:nvPr>
            <p:ph type="title"/>
          </p:nvPr>
        </p:nvSpPr>
        <p:spPr/>
        <p:txBody>
          <a:bodyPr/>
          <a:lstStyle/>
          <a:p>
            <a:r>
              <a:rPr lang="en-IN" dirty="0"/>
              <a:t>Literature Review</a:t>
            </a:r>
          </a:p>
        </p:txBody>
      </p:sp>
      <p:sp>
        <p:nvSpPr>
          <p:cNvPr id="3" name="Text Placeholder 2">
            <a:extLst>
              <a:ext uri="{FF2B5EF4-FFF2-40B4-BE49-F238E27FC236}">
                <a16:creationId xmlns:a16="http://schemas.microsoft.com/office/drawing/2014/main" id="{74F3344E-6CFC-524F-DFB4-6AF9773CBE67}"/>
              </a:ext>
            </a:extLst>
          </p:cNvPr>
          <p:cNvSpPr>
            <a:spLocks noGrp="1"/>
          </p:cNvSpPr>
          <p:nvPr>
            <p:ph type="body" idx="1"/>
          </p:nvPr>
        </p:nvSpPr>
        <p:spPr>
          <a:xfrm>
            <a:off x="1104900" y="1600200"/>
            <a:ext cx="9980682" cy="4572000"/>
          </a:xfrm>
        </p:spPr>
        <p:txBody>
          <a:bodyPr>
            <a:normAutofit lnSpcReduction="10000"/>
          </a:bodyPr>
          <a:lstStyle/>
          <a:p>
            <a:pPr marL="114300" indent="0">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Security and Safety Monitoring: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AI based computer vision systems analyze CCTV footage to detect unsafe worker behavior and restricted area entry, improving industrial safety and incident detection.</a:t>
            </a:r>
          </a:p>
          <a:p>
            <a:pPr marL="114300" indent="0">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Machinery Monitoring: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IoT sensors and predictive maintenance techniques monitor machine parameters such as vibration and temperature to detect faults and reduce unexpected machine failures.</a:t>
            </a:r>
          </a:p>
          <a:p>
            <a:pPr marL="114300" indent="0">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Performance Analysis: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Smart manufacturing systems use real time data analytics to evaluate machine utilization, production efficiency, and worker productivity for better decision making.</a:t>
            </a:r>
          </a:p>
          <a:p>
            <a:pPr marL="114300" indent="0">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Inventory Management: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Digital inventory management systems track raw materials and stock levels in real time and generate alerts to prevent shortages and production delays.</a:t>
            </a:r>
          </a:p>
          <a:p>
            <a:pPr marL="114300" indent="0">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IoT Based Safety Systems: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Proximity sensors and IoT devices are used near industrial machines to detect unsafe human proximity and trigger alerts to prevent workplace accidents</a:t>
            </a:r>
            <a:r>
              <a:rPr lang="en-US" sz="1800" dirty="0"/>
              <a:t>.</a:t>
            </a:r>
          </a:p>
          <a:p>
            <a:endParaRPr lang="en-IN" dirty="0"/>
          </a:p>
        </p:txBody>
      </p:sp>
      <p:sp>
        <p:nvSpPr>
          <p:cNvPr id="4" name="Slide Number Placeholder 3">
            <a:extLst>
              <a:ext uri="{FF2B5EF4-FFF2-40B4-BE49-F238E27FC236}">
                <a16:creationId xmlns:a16="http://schemas.microsoft.com/office/drawing/2014/main" id="{390F58CC-495B-7650-09EA-4FD096BE92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6</a:t>
            </a:fld>
            <a:endParaRPr lang="en-IN"/>
          </a:p>
        </p:txBody>
      </p:sp>
    </p:spTree>
    <p:extLst>
      <p:ext uri="{BB962C8B-B14F-4D97-AF65-F5344CB8AC3E}">
        <p14:creationId xmlns:p14="http://schemas.microsoft.com/office/powerpoint/2010/main" val="2176235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02D22-4305-9939-B740-6F5F6221535B}"/>
              </a:ext>
            </a:extLst>
          </p:cNvPr>
          <p:cNvSpPr>
            <a:spLocks noGrp="1"/>
          </p:cNvSpPr>
          <p:nvPr>
            <p:ph type="title"/>
          </p:nvPr>
        </p:nvSpPr>
        <p:spPr/>
        <p:txBody>
          <a:bodyPr/>
          <a:lstStyle/>
          <a:p>
            <a:r>
              <a:rPr lang="en-IN" dirty="0"/>
              <a:t>Methodology of Performance Analysis</a:t>
            </a:r>
          </a:p>
        </p:txBody>
      </p:sp>
      <p:sp>
        <p:nvSpPr>
          <p:cNvPr id="3" name="Text Placeholder 2">
            <a:extLst>
              <a:ext uri="{FF2B5EF4-FFF2-40B4-BE49-F238E27FC236}">
                <a16:creationId xmlns:a16="http://schemas.microsoft.com/office/drawing/2014/main" id="{24176993-9657-4C80-B660-77268EF76493}"/>
              </a:ext>
            </a:extLst>
          </p:cNvPr>
          <p:cNvSpPr>
            <a:spLocks noGrp="1"/>
          </p:cNvSpPr>
          <p:nvPr>
            <p:ph type="body" idx="1"/>
          </p:nvPr>
        </p:nvSpPr>
        <p:spPr/>
        <p:txBody>
          <a:bodyPr>
            <a:normAutofit lnSpcReduction="10000"/>
          </a:bodyPr>
          <a:lstStyle/>
          <a:p>
            <a:r>
              <a:rPr lang="en-US" dirty="0"/>
              <a:t>In performance analysis, our objective is to evaluate machine utilization, production efficiency, and worker productivity for better decision-making.</a:t>
            </a:r>
            <a:endParaRPr lang="en-IN" dirty="0"/>
          </a:p>
          <a:p>
            <a:r>
              <a:rPr lang="en-IN" dirty="0"/>
              <a:t>Methodology begins with data collection from industrial sources such as training records,</a:t>
            </a:r>
            <a:r>
              <a:rPr lang="en-US" dirty="0"/>
              <a:t> machine checkpoints, and 5S audit reports.</a:t>
            </a:r>
          </a:p>
          <a:p>
            <a:r>
              <a:rPr lang="en-US" dirty="0"/>
              <a:t>The collected data is preprocessed by cleaning, handling missing values, and normalization.</a:t>
            </a:r>
          </a:p>
          <a:p>
            <a:r>
              <a:rPr lang="en-US" dirty="0"/>
              <a:t>Next, we transform this data into Key Performance Indicators, or KPIs, for worker (</a:t>
            </a:r>
            <a:r>
              <a:rPr lang="en-IN" dirty="0"/>
              <a:t>Efficiency = Output / Time</a:t>
            </a:r>
            <a:r>
              <a:rPr lang="en-US" dirty="0"/>
              <a:t>) , machine (Utilization = Operating Time / Total Available Time) , and company-level analysis(Training Completion Rate = Completed Trainings / Total Trainings).</a:t>
            </a:r>
          </a:p>
          <a:p>
            <a:r>
              <a:rPr lang="en-US" dirty="0"/>
              <a:t>After reading multiple Research paper my approach for performance </a:t>
            </a:r>
            <a:r>
              <a:rPr lang="en-IN" dirty="0"/>
              <a:t>analysis is </a:t>
            </a:r>
            <a:r>
              <a:rPr lang="en-US" dirty="0"/>
              <a:t>we apply machine learning models such as Decision Tree for classification, Linear Regression for prediction, and Random Forest for improved accuracy.</a:t>
            </a:r>
          </a:p>
          <a:p>
            <a:endParaRPr lang="en-US" dirty="0"/>
          </a:p>
          <a:p>
            <a:endParaRPr lang="en-US" dirty="0"/>
          </a:p>
        </p:txBody>
      </p:sp>
      <p:sp>
        <p:nvSpPr>
          <p:cNvPr id="4" name="Slide Number Placeholder 3">
            <a:extLst>
              <a:ext uri="{FF2B5EF4-FFF2-40B4-BE49-F238E27FC236}">
                <a16:creationId xmlns:a16="http://schemas.microsoft.com/office/drawing/2014/main" id="{849352AF-AFF8-2378-5226-65A94298A57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7</a:t>
            </a:fld>
            <a:endParaRPr lang="en-IN"/>
          </a:p>
        </p:txBody>
      </p:sp>
    </p:spTree>
    <p:extLst>
      <p:ext uri="{BB962C8B-B14F-4D97-AF65-F5344CB8AC3E}">
        <p14:creationId xmlns:p14="http://schemas.microsoft.com/office/powerpoint/2010/main" val="2473917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9F02D-A426-4124-F6B2-9BC9EAD3CC84}"/>
              </a:ext>
            </a:extLst>
          </p:cNvPr>
          <p:cNvSpPr>
            <a:spLocks noGrp="1"/>
          </p:cNvSpPr>
          <p:nvPr>
            <p:ph type="title"/>
          </p:nvPr>
        </p:nvSpPr>
        <p:spPr/>
        <p:txBody>
          <a:bodyPr/>
          <a:lstStyle/>
          <a:p>
            <a:r>
              <a:rPr lang="en-IN" dirty="0"/>
              <a:t>Worker Performance </a:t>
            </a:r>
          </a:p>
        </p:txBody>
      </p:sp>
      <p:sp>
        <p:nvSpPr>
          <p:cNvPr id="3" name="Text Placeholder 2">
            <a:extLst>
              <a:ext uri="{FF2B5EF4-FFF2-40B4-BE49-F238E27FC236}">
                <a16:creationId xmlns:a16="http://schemas.microsoft.com/office/drawing/2014/main" id="{AB425614-0226-47FB-79A3-92BBB1F7B424}"/>
              </a:ext>
            </a:extLst>
          </p:cNvPr>
          <p:cNvSpPr>
            <a:spLocks noGrp="1"/>
          </p:cNvSpPr>
          <p:nvPr>
            <p:ph type="body" idx="1"/>
          </p:nvPr>
        </p:nvSpPr>
        <p:spPr/>
        <p:txBody>
          <a:bodyPr>
            <a:normAutofit/>
          </a:bodyPr>
          <a:lstStyle/>
          <a:p>
            <a:r>
              <a:rPr lang="en-US" dirty="0"/>
              <a:t>We calculate KPIs such as:</a:t>
            </a:r>
          </a:p>
          <a:p>
            <a:r>
              <a:rPr lang="en-US" dirty="0"/>
              <a:t>Efficiency = Work Done / Time Taken </a:t>
            </a:r>
          </a:p>
          <a:p>
            <a:r>
              <a:rPr lang="en-US" dirty="0"/>
              <a:t>Training Score = Completed Trainings / Total Trainings </a:t>
            </a:r>
          </a:p>
          <a:p>
            <a:r>
              <a:rPr lang="en-US" dirty="0"/>
              <a:t>Skill Index = Sum of Skill Levels / Number of Skills </a:t>
            </a:r>
          </a:p>
          <a:p>
            <a:r>
              <a:rPr lang="en-US" dirty="0"/>
              <a:t>We then apply </a:t>
            </a:r>
            <a:r>
              <a:rPr lang="en-US" b="1" dirty="0"/>
              <a:t>Decision Tree classification</a:t>
            </a:r>
            <a:r>
              <a:rPr lang="en-US" dirty="0"/>
              <a:t>: Decision Tree splits data based on features like skill level and training score to classify workers into low, medium, and high performance.</a:t>
            </a:r>
          </a:p>
          <a:p>
            <a:r>
              <a:rPr lang="en-US" dirty="0"/>
              <a:t>We also use Linear Regression for prediction:  </a:t>
            </a:r>
            <a:r>
              <a:rPr lang="en-US" b="1" dirty="0"/>
              <a:t>y = β₀ + β₁x₁ + β₂x₂ + … + βₙxₙ </a:t>
            </a:r>
            <a:r>
              <a:rPr lang="en-US" dirty="0"/>
              <a:t>where y is predicted performance and x represents features like training score and efficiency.</a:t>
            </a:r>
          </a:p>
          <a:p>
            <a:endParaRPr lang="en-IN" dirty="0"/>
          </a:p>
        </p:txBody>
      </p:sp>
      <p:sp>
        <p:nvSpPr>
          <p:cNvPr id="4" name="Slide Number Placeholder 3">
            <a:extLst>
              <a:ext uri="{FF2B5EF4-FFF2-40B4-BE49-F238E27FC236}">
                <a16:creationId xmlns:a16="http://schemas.microsoft.com/office/drawing/2014/main" id="{4BB52EBB-F330-173D-B2DE-D81B2E1D99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8</a:t>
            </a:fld>
            <a:endParaRPr lang="en-IN"/>
          </a:p>
        </p:txBody>
      </p:sp>
    </p:spTree>
    <p:extLst>
      <p:ext uri="{BB962C8B-B14F-4D97-AF65-F5344CB8AC3E}">
        <p14:creationId xmlns:p14="http://schemas.microsoft.com/office/powerpoint/2010/main" val="4221271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BCA44-5803-F397-23D6-719A15B60F1C}"/>
              </a:ext>
            </a:extLst>
          </p:cNvPr>
          <p:cNvSpPr>
            <a:spLocks noGrp="1"/>
          </p:cNvSpPr>
          <p:nvPr>
            <p:ph type="title"/>
          </p:nvPr>
        </p:nvSpPr>
        <p:spPr/>
        <p:txBody>
          <a:bodyPr/>
          <a:lstStyle/>
          <a:p>
            <a:r>
              <a:rPr lang="en-IN" dirty="0"/>
              <a:t>Machine Performance</a:t>
            </a:r>
          </a:p>
        </p:txBody>
      </p:sp>
      <p:sp>
        <p:nvSpPr>
          <p:cNvPr id="3" name="Text Placeholder 2">
            <a:extLst>
              <a:ext uri="{FF2B5EF4-FFF2-40B4-BE49-F238E27FC236}">
                <a16:creationId xmlns:a16="http://schemas.microsoft.com/office/drawing/2014/main" id="{98DE982D-C3F9-CE29-B0A6-AB7013C097A9}"/>
              </a:ext>
            </a:extLst>
          </p:cNvPr>
          <p:cNvSpPr>
            <a:spLocks noGrp="1"/>
          </p:cNvSpPr>
          <p:nvPr>
            <p:ph type="body" idx="1"/>
          </p:nvPr>
        </p:nvSpPr>
        <p:spPr/>
        <p:txBody>
          <a:bodyPr/>
          <a:lstStyle/>
          <a:p>
            <a:r>
              <a:rPr lang="en-US" dirty="0"/>
              <a:t>We calculate KPIs such as:</a:t>
            </a:r>
          </a:p>
          <a:p>
            <a:r>
              <a:rPr lang="en-US" dirty="0"/>
              <a:t>Machine Utilization = Operating Time / Total Time </a:t>
            </a:r>
          </a:p>
          <a:p>
            <a:r>
              <a:rPr lang="en-US" dirty="0"/>
              <a:t>Failure Rate = Number of Failures / Total Operations </a:t>
            </a:r>
          </a:p>
          <a:p>
            <a:r>
              <a:rPr lang="en-US" dirty="0"/>
              <a:t>Downtime = Total Time – Operating Time </a:t>
            </a:r>
          </a:p>
          <a:p>
            <a:r>
              <a:rPr lang="en-US" dirty="0"/>
              <a:t>We apply </a:t>
            </a:r>
            <a:r>
              <a:rPr lang="en-US" b="1" dirty="0"/>
              <a:t>Random Forest algorithm</a:t>
            </a:r>
            <a:r>
              <a:rPr lang="en-US" dirty="0"/>
              <a:t>, which is an ensemble of multiple Decision Trees: Prediction = Average of all tree outputs</a:t>
            </a:r>
          </a:p>
          <a:p>
            <a:r>
              <a:rPr lang="en-US" dirty="0"/>
              <a:t>We also use Regression models to predict machine failure: Failure Prediction = f (usage, condition, maintenance data)</a:t>
            </a:r>
          </a:p>
          <a:p>
            <a:endParaRPr lang="en-IN" dirty="0"/>
          </a:p>
        </p:txBody>
      </p:sp>
      <p:sp>
        <p:nvSpPr>
          <p:cNvPr id="4" name="Slide Number Placeholder 3">
            <a:extLst>
              <a:ext uri="{FF2B5EF4-FFF2-40B4-BE49-F238E27FC236}">
                <a16:creationId xmlns:a16="http://schemas.microsoft.com/office/drawing/2014/main" id="{25C429F8-315D-0200-DF65-CE0D017FE6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9</a:t>
            </a:fld>
            <a:endParaRPr lang="en-IN"/>
          </a:p>
        </p:txBody>
      </p:sp>
    </p:spTree>
    <p:extLst>
      <p:ext uri="{BB962C8B-B14F-4D97-AF65-F5344CB8AC3E}">
        <p14:creationId xmlns:p14="http://schemas.microsoft.com/office/powerpoint/2010/main" val="86984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5E4EC-D4F0-7240-B133-94FEC4893747}"/>
              </a:ext>
            </a:extLst>
          </p:cNvPr>
          <p:cNvSpPr>
            <a:spLocks noGrp="1"/>
          </p:cNvSpPr>
          <p:nvPr>
            <p:ph type="title"/>
          </p:nvPr>
        </p:nvSpPr>
        <p:spPr/>
        <p:txBody>
          <a:bodyPr/>
          <a:lstStyle/>
          <a:p>
            <a:r>
              <a:rPr lang="en-IN" dirty="0"/>
              <a:t>Company Performance </a:t>
            </a:r>
          </a:p>
        </p:txBody>
      </p:sp>
      <p:sp>
        <p:nvSpPr>
          <p:cNvPr id="3" name="Text Placeholder 2">
            <a:extLst>
              <a:ext uri="{FF2B5EF4-FFF2-40B4-BE49-F238E27FC236}">
                <a16:creationId xmlns:a16="http://schemas.microsoft.com/office/drawing/2014/main" id="{87DFDBCD-033A-5BEE-ADE4-D32986A7CE5D}"/>
              </a:ext>
            </a:extLst>
          </p:cNvPr>
          <p:cNvSpPr>
            <a:spLocks noGrp="1"/>
          </p:cNvSpPr>
          <p:nvPr>
            <p:ph type="body" idx="1"/>
          </p:nvPr>
        </p:nvSpPr>
        <p:spPr/>
        <p:txBody>
          <a:bodyPr>
            <a:normAutofit fontScale="92500" lnSpcReduction="20000"/>
          </a:bodyPr>
          <a:lstStyle/>
          <a:p>
            <a:r>
              <a:rPr lang="en-US" dirty="0"/>
              <a:t>For company-level performance analysis, we use data such as 5S audits, zone-wise scorecards, and dashboard metrics including quality, safety, and dispatch.</a:t>
            </a:r>
          </a:p>
          <a:p>
            <a:r>
              <a:rPr lang="en-US" dirty="0"/>
              <a:t>We calculate Key Performance Indicators such as:</a:t>
            </a:r>
          </a:p>
          <a:p>
            <a:r>
              <a:rPr lang="en-US" dirty="0"/>
              <a:t>5S Score = (Sum of Audit Scores / Total Score) × 100 </a:t>
            </a:r>
          </a:p>
          <a:p>
            <a:r>
              <a:rPr lang="en-US" dirty="0"/>
              <a:t>Overall Efficiency = Total Output / Total Input </a:t>
            </a:r>
          </a:p>
          <a:p>
            <a:r>
              <a:rPr lang="en-US" dirty="0"/>
              <a:t>Performance Index = </a:t>
            </a:r>
            <a:r>
              <a:rPr lang="en-US" dirty="0" err="1"/>
              <a:t>w₁x</a:t>
            </a:r>
            <a:r>
              <a:rPr lang="en-US" dirty="0"/>
              <a:t>₁ + </a:t>
            </a:r>
            <a:r>
              <a:rPr lang="en-US" dirty="0" err="1"/>
              <a:t>w₂x</a:t>
            </a:r>
            <a:r>
              <a:rPr lang="en-US" dirty="0"/>
              <a:t>₂ + </a:t>
            </a:r>
            <a:r>
              <a:rPr lang="en-US" dirty="0" err="1"/>
              <a:t>w₃x</a:t>
            </a:r>
            <a:r>
              <a:rPr lang="en-US" dirty="0"/>
              <a:t>₃ </a:t>
            </a:r>
          </a:p>
          <a:p>
            <a:r>
              <a:rPr lang="en-US" dirty="0"/>
              <a:t>where x₁, x₂, x₃ represent KPIs such as quality, safety, and efficiency, and w₁, w₂, w₃ are their respective weights.</a:t>
            </a:r>
          </a:p>
          <a:p>
            <a:r>
              <a:rPr lang="en-US" dirty="0"/>
              <a:t>We apply Linear Regression to analyze performance trends and predict future company performance.</a:t>
            </a:r>
          </a:p>
          <a:p>
            <a:r>
              <a:rPr lang="en-US" dirty="0"/>
              <a:t>This helps management identify low-performing zones and take data-driven decisions to improve overall efficiency.</a:t>
            </a:r>
          </a:p>
          <a:p>
            <a:pPr marL="114300" indent="0">
              <a:buNone/>
            </a:pPr>
            <a:endParaRPr lang="en-US" dirty="0"/>
          </a:p>
          <a:p>
            <a:endParaRPr lang="en-IN" dirty="0"/>
          </a:p>
        </p:txBody>
      </p:sp>
      <p:sp>
        <p:nvSpPr>
          <p:cNvPr id="4" name="Slide Number Placeholder 3">
            <a:extLst>
              <a:ext uri="{FF2B5EF4-FFF2-40B4-BE49-F238E27FC236}">
                <a16:creationId xmlns:a16="http://schemas.microsoft.com/office/drawing/2014/main" id="{688C9078-C87D-9968-EE1E-9DF7C8FB7E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10</a:t>
            </a:fld>
            <a:endParaRPr lang="en-IN"/>
          </a:p>
        </p:txBody>
      </p:sp>
    </p:spTree>
    <p:extLst>
      <p:ext uri="{BB962C8B-B14F-4D97-AF65-F5344CB8AC3E}">
        <p14:creationId xmlns:p14="http://schemas.microsoft.com/office/powerpoint/2010/main" val="4266228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34573-13C7-CBAF-A871-334CDDF852C5}"/>
              </a:ext>
            </a:extLst>
          </p:cNvPr>
          <p:cNvSpPr>
            <a:spLocks noGrp="1"/>
          </p:cNvSpPr>
          <p:nvPr>
            <p:ph type="title"/>
          </p:nvPr>
        </p:nvSpPr>
        <p:spPr/>
        <p:txBody>
          <a:bodyPr/>
          <a:lstStyle/>
          <a:p>
            <a:r>
              <a:rPr lang="en-IN" dirty="0"/>
              <a:t>Block Diagram of Performance Analysis</a:t>
            </a:r>
          </a:p>
        </p:txBody>
      </p:sp>
      <p:sp>
        <p:nvSpPr>
          <p:cNvPr id="3" name="Text Placeholder 2">
            <a:extLst>
              <a:ext uri="{FF2B5EF4-FFF2-40B4-BE49-F238E27FC236}">
                <a16:creationId xmlns:a16="http://schemas.microsoft.com/office/drawing/2014/main" id="{6AE798A9-CF0C-1299-149D-257C2EB74E1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0B81E07-7278-386A-55C3-CD842E9B58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11</a:t>
            </a:fld>
            <a:endParaRPr lang="en-IN"/>
          </a:p>
        </p:txBody>
      </p:sp>
    </p:spTree>
    <p:extLst>
      <p:ext uri="{BB962C8B-B14F-4D97-AF65-F5344CB8AC3E}">
        <p14:creationId xmlns:p14="http://schemas.microsoft.com/office/powerpoint/2010/main" val="990862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22DF8-8E61-D619-3B57-712725D0155F}"/>
              </a:ext>
            </a:extLst>
          </p:cNvPr>
          <p:cNvSpPr>
            <a:spLocks noGrp="1"/>
          </p:cNvSpPr>
          <p:nvPr>
            <p:ph type="title"/>
          </p:nvPr>
        </p:nvSpPr>
        <p:spPr/>
        <p:txBody>
          <a:bodyPr/>
          <a:lstStyle/>
          <a:p>
            <a:r>
              <a:rPr lang="en-IN" dirty="0"/>
              <a:t>Expected outcome</a:t>
            </a:r>
          </a:p>
        </p:txBody>
      </p:sp>
      <p:sp>
        <p:nvSpPr>
          <p:cNvPr id="3" name="Text Placeholder 2">
            <a:extLst>
              <a:ext uri="{FF2B5EF4-FFF2-40B4-BE49-F238E27FC236}">
                <a16:creationId xmlns:a16="http://schemas.microsoft.com/office/drawing/2014/main" id="{54656613-38C7-6727-8A61-1D2E63D07CC0}"/>
              </a:ext>
            </a:extLst>
          </p:cNvPr>
          <p:cNvSpPr>
            <a:spLocks noGrp="1"/>
          </p:cNvSpPr>
          <p:nvPr>
            <p:ph type="body" idx="1"/>
          </p:nvPr>
        </p:nvSpPr>
        <p:spPr/>
        <p:txBody>
          <a:bodyPr>
            <a:normAutofit/>
          </a:bodyPr>
          <a:lstStyle/>
          <a:p>
            <a:pPr marL="114300" indent="0" algn="just">
              <a:buNone/>
            </a:pPr>
            <a:r>
              <a:rPr lang="en-US" sz="1200" dirty="0"/>
              <a:t>• </a:t>
            </a:r>
            <a:r>
              <a:rPr lang="en-US" sz="1800" dirty="0">
                <a:latin typeface="Times New Roman" panose="02020603050405020304" pitchFamily="18" charset="0"/>
                <a:cs typeface="Times New Roman" panose="02020603050405020304" pitchFamily="18" charset="0"/>
              </a:rPr>
              <a:t>Development of an integrated platform for monitoring industrial operations in real time.</a:t>
            </a:r>
          </a:p>
          <a:p>
            <a:pPr marL="114300" indent="0" algn="just">
              <a:buNone/>
            </a:pPr>
            <a:r>
              <a:rPr lang="en-US" sz="1800" dirty="0">
                <a:latin typeface="Times New Roman" panose="02020603050405020304" pitchFamily="18" charset="0"/>
                <a:cs typeface="Times New Roman" panose="02020603050405020304" pitchFamily="18" charset="0"/>
              </a:rPr>
              <a:t>• Improved machinery monitoring and reduced downtime through continuous machine performance tracking.</a:t>
            </a:r>
          </a:p>
          <a:p>
            <a:pPr marL="114300" indent="0" algn="just">
              <a:buNone/>
            </a:pPr>
            <a:r>
              <a:rPr lang="en-US" sz="1800" dirty="0">
                <a:latin typeface="Times New Roman" panose="02020603050405020304" pitchFamily="18" charset="0"/>
                <a:cs typeface="Times New Roman" panose="02020603050405020304" pitchFamily="18" charset="0"/>
              </a:rPr>
              <a:t>• Better inventory management with real time stock tracking and automated alerts.</a:t>
            </a:r>
          </a:p>
          <a:p>
            <a:pPr marL="114300" indent="0" algn="just">
              <a:buNone/>
            </a:pPr>
            <a:r>
              <a:rPr lang="en-US" sz="1800" dirty="0">
                <a:latin typeface="Times New Roman" panose="02020603050405020304" pitchFamily="18" charset="0"/>
                <a:cs typeface="Times New Roman" panose="02020603050405020304" pitchFamily="18" charset="0"/>
              </a:rPr>
              <a:t>• Enhanced industrial safety using image processing for incident detection and IoT based proximity sensors.</a:t>
            </a:r>
          </a:p>
          <a:p>
            <a:pPr marL="114300" indent="0" algn="just">
              <a:buNone/>
            </a:pPr>
            <a:r>
              <a:rPr lang="en-US" sz="1800" dirty="0">
                <a:latin typeface="Times New Roman" panose="02020603050405020304" pitchFamily="18" charset="0"/>
                <a:cs typeface="Times New Roman" panose="02020603050405020304" pitchFamily="18" charset="0"/>
              </a:rPr>
              <a:t>• Efficient client and customer order management through a centralized client portal.</a:t>
            </a:r>
          </a:p>
          <a:p>
            <a:pPr marL="114300" indent="0" algn="just">
              <a:buNone/>
            </a:pPr>
            <a:r>
              <a:rPr lang="en-US" sz="1800" dirty="0">
                <a:latin typeface="Times New Roman" panose="02020603050405020304" pitchFamily="18" charset="0"/>
                <a:cs typeface="Times New Roman" panose="02020603050405020304" pitchFamily="18" charset="0"/>
              </a:rPr>
              <a:t>• Department wise performance analysis to help management monitor productivity and decision making.</a:t>
            </a:r>
          </a:p>
          <a:p>
            <a:pPr marL="114300" indent="0" algn="just">
              <a:buNone/>
            </a:pPr>
            <a:r>
              <a:rPr lang="en-US" sz="1800" dirty="0">
                <a:latin typeface="Times New Roman" panose="02020603050405020304" pitchFamily="18" charset="0"/>
                <a:cs typeface="Times New Roman" panose="02020603050405020304" pitchFamily="18" charset="0"/>
              </a:rPr>
              <a:t>• Improved coordination between production inventory HR and management through a unified dashboard.</a:t>
            </a:r>
          </a:p>
          <a:p>
            <a:endParaRPr lang="en-IN" dirty="0"/>
          </a:p>
        </p:txBody>
      </p:sp>
      <p:sp>
        <p:nvSpPr>
          <p:cNvPr id="4" name="Slide Number Placeholder 3">
            <a:extLst>
              <a:ext uri="{FF2B5EF4-FFF2-40B4-BE49-F238E27FC236}">
                <a16:creationId xmlns:a16="http://schemas.microsoft.com/office/drawing/2014/main" id="{10C6B4F3-0266-0686-70D5-645782EF8C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12</a:t>
            </a:fld>
            <a:endParaRPr lang="en-IN"/>
          </a:p>
        </p:txBody>
      </p:sp>
    </p:spTree>
    <p:extLst>
      <p:ext uri="{BB962C8B-B14F-4D97-AF65-F5344CB8AC3E}">
        <p14:creationId xmlns:p14="http://schemas.microsoft.com/office/powerpoint/2010/main" val="1528375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E7BB2-A32A-5D31-E39F-6101F00C5B85}"/>
              </a:ext>
            </a:extLst>
          </p:cNvPr>
          <p:cNvSpPr>
            <a:spLocks noGrp="1"/>
          </p:cNvSpPr>
          <p:nvPr>
            <p:ph type="title"/>
          </p:nvPr>
        </p:nvSpPr>
        <p:spPr/>
        <p:txBody>
          <a:bodyPr/>
          <a:lstStyle/>
          <a:p>
            <a:r>
              <a:rPr lang="en-IN" dirty="0"/>
              <a:t>Summary</a:t>
            </a:r>
          </a:p>
        </p:txBody>
      </p:sp>
      <p:sp>
        <p:nvSpPr>
          <p:cNvPr id="3" name="Text Placeholder 2">
            <a:extLst>
              <a:ext uri="{FF2B5EF4-FFF2-40B4-BE49-F238E27FC236}">
                <a16:creationId xmlns:a16="http://schemas.microsoft.com/office/drawing/2014/main" id="{7897A675-ED1C-B673-A849-F6980EBD38C8}"/>
              </a:ext>
            </a:extLst>
          </p:cNvPr>
          <p:cNvSpPr>
            <a:spLocks noGrp="1"/>
          </p:cNvSpPr>
          <p:nvPr>
            <p:ph type="body" idx="1"/>
          </p:nvPr>
        </p:nvSpPr>
        <p:spPr/>
        <p:txBody>
          <a:bodyPr>
            <a:normAutofit lnSpcReduction="10000"/>
          </a:bodyPr>
          <a:lstStyle/>
          <a:p>
            <a:pPr algn="just"/>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AI Based Integrated Industrial Monitoring and Management System</a:t>
            </a:r>
            <a:r>
              <a:rPr lang="en-US" sz="1800" dirty="0">
                <a:latin typeface="Times New Roman" panose="02020603050405020304" pitchFamily="18" charset="0"/>
                <a:cs typeface="Times New Roman" panose="02020603050405020304" pitchFamily="18" charset="0"/>
              </a:rPr>
              <a:t> is designed to improve efficiency, safety, and operational management in manufacturing industries by integrating multiple industrial functions into a single intelligent platform. The system focuses on monitoring machinery performance, managing inventory, analyzing department wise productivity, and connecting clients with the production system. It uses modern technologies such as Artificial Intelligence, Internet of Things, image processing, and web based enterprise management systems.</a:t>
            </a:r>
          </a:p>
          <a:p>
            <a:pPr algn="just"/>
            <a:r>
              <a:rPr lang="en-US" sz="1800" dirty="0">
                <a:latin typeface="Times New Roman" panose="02020603050405020304" pitchFamily="18" charset="0"/>
                <a:cs typeface="Times New Roman" panose="02020603050405020304" pitchFamily="18" charset="0"/>
              </a:rPr>
              <a:t>The platform provides real time monitoring of machines to track utilization and detect abnormal behavior. An inventory management module maintains raw material stock and generates alerts when stock levels fall below the required limit. The system also includes a client portal that allows customers to place orders and track production status. Department wise dashboards help management analyze performance of different departments such as production, HR, and inventory.</a:t>
            </a:r>
          </a:p>
          <a:p>
            <a:pPr algn="just"/>
            <a:r>
              <a:rPr lang="en-US" sz="1800" dirty="0">
                <a:latin typeface="Times New Roman" panose="02020603050405020304" pitchFamily="18" charset="0"/>
                <a:cs typeface="Times New Roman" panose="02020603050405020304" pitchFamily="18" charset="0"/>
              </a:rPr>
              <a:t>For safety and security, the system uses image processing to detect industrial incidents and automatically generate incident reports. IoT based proximity sensors are used near machines to detect unsafe worker proximity and prevent accidents. By integrating safety monitoring, machinery analysis, inventory control, client management, and performance analytics, the system helps industries improve productivity, safety, and decision making while supporting the transition toward smart manufacturing environments.</a:t>
            </a:r>
          </a:p>
          <a:p>
            <a:endParaRPr lang="en-IN" dirty="0"/>
          </a:p>
        </p:txBody>
      </p:sp>
      <p:sp>
        <p:nvSpPr>
          <p:cNvPr id="4" name="Slide Number Placeholder 3">
            <a:extLst>
              <a:ext uri="{FF2B5EF4-FFF2-40B4-BE49-F238E27FC236}">
                <a16:creationId xmlns:a16="http://schemas.microsoft.com/office/drawing/2014/main" id="{FF3A74D2-24DA-9A2A-36C1-B6EC7989B80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13</a:t>
            </a:fld>
            <a:endParaRPr lang="en-IN"/>
          </a:p>
        </p:txBody>
      </p:sp>
    </p:spTree>
    <p:extLst>
      <p:ext uri="{BB962C8B-B14F-4D97-AF65-F5344CB8AC3E}">
        <p14:creationId xmlns:p14="http://schemas.microsoft.com/office/powerpoint/2010/main" val="123298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3D5C3-FA9A-8804-3166-309EA300F3AF}"/>
              </a:ext>
            </a:extLst>
          </p:cNvPr>
          <p:cNvSpPr>
            <a:spLocks noGrp="1"/>
          </p:cNvSpPr>
          <p:nvPr>
            <p:ph type="title"/>
          </p:nvPr>
        </p:nvSpPr>
        <p:spPr/>
        <p:txBody>
          <a:bodyPr/>
          <a:lstStyle/>
          <a:p>
            <a:r>
              <a:rPr lang="en-IN" dirty="0"/>
              <a:t>References</a:t>
            </a:r>
          </a:p>
        </p:txBody>
      </p:sp>
      <p:sp>
        <p:nvSpPr>
          <p:cNvPr id="4" name="Slide Number Placeholder 3">
            <a:extLst>
              <a:ext uri="{FF2B5EF4-FFF2-40B4-BE49-F238E27FC236}">
                <a16:creationId xmlns:a16="http://schemas.microsoft.com/office/drawing/2014/main" id="{EFE62D24-B036-BFAD-FDA1-163B2B1E3AC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14</a:t>
            </a:fld>
            <a:endParaRPr lang="en-IN"/>
          </a:p>
        </p:txBody>
      </p:sp>
      <p:graphicFrame>
        <p:nvGraphicFramePr>
          <p:cNvPr id="5" name="Table 4">
            <a:extLst>
              <a:ext uri="{FF2B5EF4-FFF2-40B4-BE49-F238E27FC236}">
                <a16:creationId xmlns:a16="http://schemas.microsoft.com/office/drawing/2014/main" id="{7CDA9729-DF84-923E-3A73-D732512909C5}"/>
              </a:ext>
            </a:extLst>
          </p:cNvPr>
          <p:cNvGraphicFramePr>
            <a:graphicFrameLocks noGrp="1"/>
          </p:cNvGraphicFramePr>
          <p:nvPr>
            <p:extLst>
              <p:ext uri="{D42A27DB-BD31-4B8C-83A1-F6EECF244321}">
                <p14:modId xmlns:p14="http://schemas.microsoft.com/office/powerpoint/2010/main" val="1198451544"/>
              </p:ext>
            </p:extLst>
          </p:nvPr>
        </p:nvGraphicFramePr>
        <p:xfrm>
          <a:off x="1104899" y="1600198"/>
          <a:ext cx="9980682" cy="5026632"/>
        </p:xfrm>
        <a:graphic>
          <a:graphicData uri="http://schemas.openxmlformats.org/drawingml/2006/table">
            <a:tbl>
              <a:tblPr>
                <a:tableStyleId>{3C2FFA5D-87B4-456A-9821-1D502468CF0F}</a:tableStyleId>
              </a:tblPr>
              <a:tblGrid>
                <a:gridCol w="2002368">
                  <a:extLst>
                    <a:ext uri="{9D8B030D-6E8A-4147-A177-3AD203B41FA5}">
                      <a16:colId xmlns:a16="http://schemas.microsoft.com/office/drawing/2014/main" val="3915819272"/>
                    </a:ext>
                  </a:extLst>
                </a:gridCol>
                <a:gridCol w="7978314">
                  <a:extLst>
                    <a:ext uri="{9D8B030D-6E8A-4147-A177-3AD203B41FA5}">
                      <a16:colId xmlns:a16="http://schemas.microsoft.com/office/drawing/2014/main" val="2567989043"/>
                    </a:ext>
                  </a:extLst>
                </a:gridCol>
              </a:tblGrid>
              <a:tr h="183614">
                <a:tc>
                  <a:txBody>
                    <a:bodyPr/>
                    <a:lstStyle/>
                    <a:p>
                      <a:pPr>
                        <a:buNone/>
                      </a:pPr>
                      <a:r>
                        <a:rPr lang="en-IN" sz="1200" b="1" dirty="0">
                          <a:solidFill>
                            <a:srgbClr val="FF0000"/>
                          </a:solidFill>
                        </a:rPr>
                        <a:t>Module</a:t>
                      </a:r>
                    </a:p>
                  </a:txBody>
                  <a:tcPr marL="55084" marR="55084" marT="27542" marB="27542" anchor="ctr"/>
                </a:tc>
                <a:tc>
                  <a:txBody>
                    <a:bodyPr/>
                    <a:lstStyle/>
                    <a:p>
                      <a:pPr>
                        <a:buNone/>
                      </a:pPr>
                      <a:r>
                        <a:rPr lang="en-IN" sz="1200" b="1" dirty="0">
                          <a:solidFill>
                            <a:srgbClr val="FF0000"/>
                          </a:solidFill>
                        </a:rPr>
                        <a:t>References</a:t>
                      </a:r>
                      <a:endParaRPr lang="en-IN" sz="1200" dirty="0">
                        <a:solidFill>
                          <a:srgbClr val="FF0000"/>
                        </a:solidFill>
                      </a:endParaRPr>
                    </a:p>
                  </a:txBody>
                  <a:tcPr marL="55084" marR="55084" marT="27542" marB="27542" anchor="ctr"/>
                </a:tc>
                <a:extLst>
                  <a:ext uri="{0D108BD9-81ED-4DB2-BD59-A6C34878D82A}">
                    <a16:rowId xmlns:a16="http://schemas.microsoft.com/office/drawing/2014/main" val="287212008"/>
                  </a:ext>
                </a:extLst>
              </a:tr>
              <a:tr h="312145">
                <a:tc>
                  <a:txBody>
                    <a:bodyPr/>
                    <a:lstStyle/>
                    <a:p>
                      <a:pPr>
                        <a:buNone/>
                      </a:pPr>
                      <a:r>
                        <a:rPr lang="en-IN" sz="1200" b="1" dirty="0"/>
                        <a:t>Machinery Monitoring</a:t>
                      </a:r>
                      <a:endParaRPr lang="en-IN" sz="1200" dirty="0"/>
                    </a:p>
                  </a:txBody>
                  <a:tcPr marL="55084" marR="55084" marT="27542" marB="27542" anchor="ctr"/>
                </a:tc>
                <a:tc>
                  <a:txBody>
                    <a:bodyPr/>
                    <a:lstStyle/>
                    <a:p>
                      <a:pPr>
                        <a:buNone/>
                      </a:pPr>
                      <a:r>
                        <a:rPr lang="en-US" sz="1200" b="1"/>
                        <a:t>Machine Vision Based Monitoring of Industrial Machines</a:t>
                      </a:r>
                      <a:r>
                        <a:rPr lang="en-US" sz="1200"/>
                        <a:t> – </a:t>
                      </a:r>
                      <a:r>
                        <a:rPr lang="en-US" sz="1200">
                          <a:hlinkClick r:id="rId2"/>
                        </a:rPr>
                        <a:t>https://ieeexplore.ieee.org/document/9099865</a:t>
                      </a:r>
                      <a:endParaRPr lang="en-US" sz="1200"/>
                    </a:p>
                  </a:txBody>
                  <a:tcPr marL="55084" marR="55084" marT="27542" marB="27542" anchor="ctr"/>
                </a:tc>
                <a:extLst>
                  <a:ext uri="{0D108BD9-81ED-4DB2-BD59-A6C34878D82A}">
                    <a16:rowId xmlns:a16="http://schemas.microsoft.com/office/drawing/2014/main" val="1059289260"/>
                  </a:ext>
                </a:extLst>
              </a:tr>
              <a:tr h="440675">
                <a:tc>
                  <a:txBody>
                    <a:bodyPr/>
                    <a:lstStyle/>
                    <a:p>
                      <a:pPr>
                        <a:buNone/>
                      </a:pPr>
                      <a:endParaRPr lang="en-IN" sz="1200" dirty="0"/>
                    </a:p>
                  </a:txBody>
                  <a:tcPr marL="55084" marR="55084" marT="27542" marB="27542" anchor="ctr"/>
                </a:tc>
                <a:tc>
                  <a:txBody>
                    <a:bodyPr/>
                    <a:lstStyle/>
                    <a:p>
                      <a:pPr>
                        <a:buNone/>
                      </a:pPr>
                      <a:r>
                        <a:rPr lang="en-US" sz="1200" b="1"/>
                        <a:t>Predictive Maintenance Using Machine Learning for Industrial Systems</a:t>
                      </a:r>
                      <a:r>
                        <a:rPr lang="en-US" sz="1200"/>
                        <a:t> – </a:t>
                      </a:r>
                      <a:r>
                        <a:rPr lang="en-US" sz="1200">
                          <a:hlinkClick r:id="rId3"/>
                        </a:rPr>
                        <a:t>https://ieeexplore.ieee.org/document/8471327</a:t>
                      </a:r>
                      <a:endParaRPr lang="en-US" sz="1200"/>
                    </a:p>
                  </a:txBody>
                  <a:tcPr marL="55084" marR="55084" marT="27542" marB="27542" anchor="ctr"/>
                </a:tc>
                <a:extLst>
                  <a:ext uri="{0D108BD9-81ED-4DB2-BD59-A6C34878D82A}">
                    <a16:rowId xmlns:a16="http://schemas.microsoft.com/office/drawing/2014/main" val="1603650595"/>
                  </a:ext>
                </a:extLst>
              </a:tr>
              <a:tr h="312145">
                <a:tc>
                  <a:txBody>
                    <a:bodyPr/>
                    <a:lstStyle/>
                    <a:p>
                      <a:pPr>
                        <a:buNone/>
                      </a:pPr>
                      <a:endParaRPr lang="en-IN" sz="1200"/>
                    </a:p>
                  </a:txBody>
                  <a:tcPr marL="55084" marR="55084" marT="27542" marB="27542" anchor="ctr"/>
                </a:tc>
                <a:tc>
                  <a:txBody>
                    <a:bodyPr/>
                    <a:lstStyle/>
                    <a:p>
                      <a:pPr>
                        <a:buNone/>
                      </a:pPr>
                      <a:r>
                        <a:rPr lang="en-US" sz="1200" b="1"/>
                        <a:t>Industrial Machine Health Monitoring Using IoT Sensors</a:t>
                      </a:r>
                      <a:r>
                        <a:rPr lang="en-US" sz="1200"/>
                        <a:t> – </a:t>
                      </a:r>
                      <a:r>
                        <a:rPr lang="en-US" sz="1200">
                          <a:hlinkClick r:id="rId4"/>
                        </a:rPr>
                        <a:t>https://ieeexplore.ieee.org/document/9036156</a:t>
                      </a:r>
                      <a:endParaRPr lang="en-US" sz="1200"/>
                    </a:p>
                  </a:txBody>
                  <a:tcPr marL="55084" marR="55084" marT="27542" marB="27542" anchor="ctr"/>
                </a:tc>
                <a:extLst>
                  <a:ext uri="{0D108BD9-81ED-4DB2-BD59-A6C34878D82A}">
                    <a16:rowId xmlns:a16="http://schemas.microsoft.com/office/drawing/2014/main" val="3534304189"/>
                  </a:ext>
                </a:extLst>
              </a:tr>
              <a:tr h="440675">
                <a:tc>
                  <a:txBody>
                    <a:bodyPr/>
                    <a:lstStyle/>
                    <a:p>
                      <a:pPr>
                        <a:buNone/>
                      </a:pPr>
                      <a:r>
                        <a:rPr lang="en-IN" sz="1200" b="1" dirty="0"/>
                        <a:t>Inventory Management</a:t>
                      </a:r>
                      <a:endParaRPr lang="en-IN" sz="1200" dirty="0"/>
                    </a:p>
                  </a:txBody>
                  <a:tcPr marL="55084" marR="55084" marT="27542" marB="27542" anchor="ctr"/>
                </a:tc>
                <a:tc>
                  <a:txBody>
                    <a:bodyPr/>
                    <a:lstStyle/>
                    <a:p>
                      <a:pPr>
                        <a:buNone/>
                      </a:pPr>
                      <a:r>
                        <a:rPr lang="en-US" sz="1200" b="1" dirty="0"/>
                        <a:t>IoT-Based Smart Inventory Management System for Industrial Applications</a:t>
                      </a:r>
                      <a:r>
                        <a:rPr lang="en-US" sz="1200" dirty="0"/>
                        <a:t> – </a:t>
                      </a:r>
                      <a:r>
                        <a:rPr lang="en-US" sz="1200" dirty="0">
                          <a:hlinkClick r:id="rId5"/>
                        </a:rPr>
                        <a:t>https://ieeexplore.ieee.org/document/8768208</a:t>
                      </a:r>
                      <a:endParaRPr lang="en-US" sz="1200" dirty="0"/>
                    </a:p>
                  </a:txBody>
                  <a:tcPr marL="55084" marR="55084" marT="27542" marB="27542" anchor="ctr"/>
                </a:tc>
                <a:extLst>
                  <a:ext uri="{0D108BD9-81ED-4DB2-BD59-A6C34878D82A}">
                    <a16:rowId xmlns:a16="http://schemas.microsoft.com/office/drawing/2014/main" val="836055086"/>
                  </a:ext>
                </a:extLst>
              </a:tr>
              <a:tr h="312145">
                <a:tc>
                  <a:txBody>
                    <a:bodyPr/>
                    <a:lstStyle/>
                    <a:p>
                      <a:pPr>
                        <a:buNone/>
                      </a:pPr>
                      <a:endParaRPr lang="en-IN" sz="1200" dirty="0"/>
                    </a:p>
                  </a:txBody>
                  <a:tcPr marL="55084" marR="55084" marT="27542" marB="27542" anchor="ctr"/>
                </a:tc>
                <a:tc>
                  <a:txBody>
                    <a:bodyPr/>
                    <a:lstStyle/>
                    <a:p>
                      <a:pPr>
                        <a:buNone/>
                      </a:pPr>
                      <a:r>
                        <a:rPr lang="en-US" sz="1200" b="1" dirty="0"/>
                        <a:t>Cloud-Based Inventory Control System Using IoT</a:t>
                      </a:r>
                      <a:r>
                        <a:rPr lang="en-US" sz="1200" dirty="0"/>
                        <a:t> – </a:t>
                      </a:r>
                      <a:r>
                        <a:rPr lang="en-US" sz="1200" dirty="0">
                          <a:hlinkClick r:id="rId6"/>
                        </a:rPr>
                        <a:t>https://ieeexplore.ieee.org/document/8976120</a:t>
                      </a:r>
                      <a:endParaRPr lang="en-US" sz="1200" dirty="0"/>
                    </a:p>
                  </a:txBody>
                  <a:tcPr marL="55084" marR="55084" marT="27542" marB="27542" anchor="ctr"/>
                </a:tc>
                <a:extLst>
                  <a:ext uri="{0D108BD9-81ED-4DB2-BD59-A6C34878D82A}">
                    <a16:rowId xmlns:a16="http://schemas.microsoft.com/office/drawing/2014/main" val="3729486713"/>
                  </a:ext>
                </a:extLst>
              </a:tr>
              <a:tr h="312145">
                <a:tc>
                  <a:txBody>
                    <a:bodyPr/>
                    <a:lstStyle/>
                    <a:p>
                      <a:pPr>
                        <a:buNone/>
                      </a:pPr>
                      <a:endParaRPr lang="en-IN" sz="1200"/>
                    </a:p>
                  </a:txBody>
                  <a:tcPr marL="55084" marR="55084" marT="27542" marB="27542" anchor="ctr"/>
                </a:tc>
                <a:tc>
                  <a:txBody>
                    <a:bodyPr/>
                    <a:lstStyle/>
                    <a:p>
                      <a:pPr>
                        <a:buNone/>
                      </a:pPr>
                      <a:r>
                        <a:rPr lang="en-US" sz="1200" b="1"/>
                        <a:t>Smart Warehouse Management System Using Internet of Things</a:t>
                      </a:r>
                      <a:r>
                        <a:rPr lang="en-US" sz="1200"/>
                        <a:t> – </a:t>
                      </a:r>
                      <a:r>
                        <a:rPr lang="en-US" sz="1200">
                          <a:hlinkClick r:id="rId7"/>
                        </a:rPr>
                        <a:t>https://ieeexplore.ieee.org/document/9154132</a:t>
                      </a:r>
                      <a:endParaRPr lang="en-US" sz="1200"/>
                    </a:p>
                  </a:txBody>
                  <a:tcPr marL="55084" marR="55084" marT="27542" marB="27542" anchor="ctr"/>
                </a:tc>
                <a:extLst>
                  <a:ext uri="{0D108BD9-81ED-4DB2-BD59-A6C34878D82A}">
                    <a16:rowId xmlns:a16="http://schemas.microsoft.com/office/drawing/2014/main" val="499846782"/>
                  </a:ext>
                </a:extLst>
              </a:tr>
              <a:tr h="440675">
                <a:tc>
                  <a:txBody>
                    <a:bodyPr/>
                    <a:lstStyle/>
                    <a:p>
                      <a:pPr>
                        <a:buNone/>
                      </a:pPr>
                      <a:r>
                        <a:rPr lang="en-IN" sz="1200" b="1"/>
                        <a:t>Security / Safety Monitoring</a:t>
                      </a:r>
                      <a:endParaRPr lang="en-IN" sz="1200"/>
                    </a:p>
                  </a:txBody>
                  <a:tcPr marL="55084" marR="55084" marT="27542" marB="27542" anchor="ctr"/>
                </a:tc>
                <a:tc>
                  <a:txBody>
                    <a:bodyPr/>
                    <a:lstStyle/>
                    <a:p>
                      <a:pPr>
                        <a:buNone/>
                      </a:pPr>
                      <a:r>
                        <a:rPr lang="en-US" sz="1200" b="1"/>
                        <a:t>Deep Learning Based Safety Helmet Detection for Worker Protection</a:t>
                      </a:r>
                      <a:r>
                        <a:rPr lang="en-US" sz="1200"/>
                        <a:t> – </a:t>
                      </a:r>
                      <a:r>
                        <a:rPr lang="en-US" sz="1200">
                          <a:hlinkClick r:id="rId8"/>
                        </a:rPr>
                        <a:t>https://ieeexplore.ieee.org/document/9003246</a:t>
                      </a:r>
                      <a:endParaRPr lang="en-US" sz="1200"/>
                    </a:p>
                  </a:txBody>
                  <a:tcPr marL="55084" marR="55084" marT="27542" marB="27542" anchor="ctr"/>
                </a:tc>
                <a:extLst>
                  <a:ext uri="{0D108BD9-81ED-4DB2-BD59-A6C34878D82A}">
                    <a16:rowId xmlns:a16="http://schemas.microsoft.com/office/drawing/2014/main" val="1236102783"/>
                  </a:ext>
                </a:extLst>
              </a:tr>
              <a:tr h="312145">
                <a:tc>
                  <a:txBody>
                    <a:bodyPr/>
                    <a:lstStyle/>
                    <a:p>
                      <a:pPr>
                        <a:buNone/>
                      </a:pPr>
                      <a:endParaRPr lang="en-IN" sz="1200"/>
                    </a:p>
                  </a:txBody>
                  <a:tcPr marL="55084" marR="55084" marT="27542" marB="27542" anchor="ctr"/>
                </a:tc>
                <a:tc>
                  <a:txBody>
                    <a:bodyPr/>
                    <a:lstStyle/>
                    <a:p>
                      <a:pPr>
                        <a:buNone/>
                      </a:pPr>
                      <a:r>
                        <a:rPr lang="en-US" sz="1200" b="1"/>
                        <a:t>Computer Vision Based Industrial Safety Monitoring System</a:t>
                      </a:r>
                      <a:r>
                        <a:rPr lang="en-US" sz="1200"/>
                        <a:t> – </a:t>
                      </a:r>
                      <a:r>
                        <a:rPr lang="en-US" sz="1200">
                          <a:hlinkClick r:id="rId9"/>
                        </a:rPr>
                        <a:t>https://ieeexplore.ieee.org/document/9158251</a:t>
                      </a:r>
                      <a:endParaRPr lang="en-US" sz="1200"/>
                    </a:p>
                  </a:txBody>
                  <a:tcPr marL="55084" marR="55084" marT="27542" marB="27542" anchor="ctr"/>
                </a:tc>
                <a:extLst>
                  <a:ext uri="{0D108BD9-81ED-4DB2-BD59-A6C34878D82A}">
                    <a16:rowId xmlns:a16="http://schemas.microsoft.com/office/drawing/2014/main" val="1666889595"/>
                  </a:ext>
                </a:extLst>
              </a:tr>
              <a:tr h="312145">
                <a:tc>
                  <a:txBody>
                    <a:bodyPr/>
                    <a:lstStyle/>
                    <a:p>
                      <a:pPr>
                        <a:buNone/>
                      </a:pPr>
                      <a:endParaRPr lang="en-IN" sz="1200"/>
                    </a:p>
                  </a:txBody>
                  <a:tcPr marL="55084" marR="55084" marT="27542" marB="27542" anchor="ctr"/>
                </a:tc>
                <a:tc>
                  <a:txBody>
                    <a:bodyPr/>
                    <a:lstStyle/>
                    <a:p>
                      <a:pPr>
                        <a:buNone/>
                      </a:pPr>
                      <a:r>
                        <a:rPr lang="en-US" sz="1200" b="1"/>
                        <a:t>Real-Time Accident Detection Using CCTV and Deep Learning</a:t>
                      </a:r>
                      <a:r>
                        <a:rPr lang="en-US" sz="1200"/>
                        <a:t> – </a:t>
                      </a:r>
                      <a:r>
                        <a:rPr lang="en-US" sz="1200">
                          <a:hlinkClick r:id="rId10"/>
                        </a:rPr>
                        <a:t>https://ieeexplore.ieee.org/document/9444513</a:t>
                      </a:r>
                      <a:endParaRPr lang="en-US" sz="1200"/>
                    </a:p>
                  </a:txBody>
                  <a:tcPr marL="55084" marR="55084" marT="27542" marB="27542" anchor="ctr"/>
                </a:tc>
                <a:extLst>
                  <a:ext uri="{0D108BD9-81ED-4DB2-BD59-A6C34878D82A}">
                    <a16:rowId xmlns:a16="http://schemas.microsoft.com/office/drawing/2014/main" val="2436579953"/>
                  </a:ext>
                </a:extLst>
              </a:tr>
              <a:tr h="312145">
                <a:tc>
                  <a:txBody>
                    <a:bodyPr/>
                    <a:lstStyle/>
                    <a:p>
                      <a:pPr>
                        <a:buNone/>
                      </a:pPr>
                      <a:r>
                        <a:rPr lang="en-IN" sz="1200" b="1"/>
                        <a:t>Performance Analysis</a:t>
                      </a:r>
                      <a:endParaRPr lang="en-IN" sz="1200"/>
                    </a:p>
                  </a:txBody>
                  <a:tcPr marL="55084" marR="55084" marT="27542" marB="27542" anchor="ctr"/>
                </a:tc>
                <a:tc>
                  <a:txBody>
                    <a:bodyPr/>
                    <a:lstStyle/>
                    <a:p>
                      <a:pPr>
                        <a:buNone/>
                      </a:pPr>
                      <a:r>
                        <a:rPr lang="en-US" sz="1200" b="1" dirty="0"/>
                        <a:t>Predictive Model for High Energy Consumption Processes in the Steel Manufacturing Industry Using Machine Learning Tools: Industry 4.0 Pathway </a:t>
                      </a:r>
                      <a:r>
                        <a:rPr lang="en-US" sz="1200" dirty="0"/>
                        <a:t>– </a:t>
                      </a:r>
                      <a:r>
                        <a:rPr lang="en-US" sz="1200" dirty="0">
                          <a:hlinkClick r:id="rId11"/>
                        </a:rPr>
                        <a:t>https://ieeexplore-ieee-org-kkwagh.knimbus.com/document/10776708</a:t>
                      </a:r>
                      <a:endParaRPr lang="en-US" sz="1200" dirty="0"/>
                    </a:p>
                  </a:txBody>
                  <a:tcPr marL="55084" marR="55084" marT="27542" marB="27542" anchor="ctr"/>
                </a:tc>
                <a:extLst>
                  <a:ext uri="{0D108BD9-81ED-4DB2-BD59-A6C34878D82A}">
                    <a16:rowId xmlns:a16="http://schemas.microsoft.com/office/drawing/2014/main" val="3774638028"/>
                  </a:ext>
                </a:extLst>
              </a:tr>
              <a:tr h="440675">
                <a:tc>
                  <a:txBody>
                    <a:bodyPr/>
                    <a:lstStyle/>
                    <a:p>
                      <a:pPr>
                        <a:buNone/>
                      </a:pPr>
                      <a:endParaRPr lang="en-IN" sz="1200"/>
                    </a:p>
                  </a:txBody>
                  <a:tcPr marL="55084" marR="55084" marT="27542" marB="27542" anchor="ctr"/>
                </a:tc>
                <a:tc>
                  <a:txBody>
                    <a:bodyPr/>
                    <a:lstStyle/>
                    <a:p>
                      <a:pPr>
                        <a:buNone/>
                      </a:pPr>
                      <a:r>
                        <a:rPr lang="en-US" sz="1200" b="1" dirty="0"/>
                        <a:t>Multimodal AI-Driven Decision Support Framework for Strategic Management Optimization</a:t>
                      </a:r>
                      <a:r>
                        <a:rPr lang="en-US" sz="1200" dirty="0"/>
                        <a:t> – </a:t>
                      </a:r>
                      <a:r>
                        <a:rPr lang="en-US" sz="1200" dirty="0">
                          <a:hlinkClick r:id="rId12"/>
                        </a:rPr>
                        <a:t>https://ieeexplore-ieee-org-kkwagh.knimbus.com/document/11379426</a:t>
                      </a:r>
                      <a:endParaRPr lang="en-US" sz="1200" dirty="0"/>
                    </a:p>
                  </a:txBody>
                  <a:tcPr marL="55084" marR="55084" marT="27542" marB="27542" anchor="ctr"/>
                </a:tc>
                <a:extLst>
                  <a:ext uri="{0D108BD9-81ED-4DB2-BD59-A6C34878D82A}">
                    <a16:rowId xmlns:a16="http://schemas.microsoft.com/office/drawing/2014/main" val="125974251"/>
                  </a:ext>
                </a:extLst>
              </a:tr>
              <a:tr h="440675">
                <a:tc>
                  <a:txBody>
                    <a:bodyPr/>
                    <a:lstStyle/>
                    <a:p>
                      <a:pPr>
                        <a:buNone/>
                      </a:pPr>
                      <a:endParaRPr lang="en-IN" sz="1200"/>
                    </a:p>
                  </a:txBody>
                  <a:tcPr marL="55084" marR="55084" marT="27542" marB="27542" anchor="ctr"/>
                </a:tc>
                <a:tc>
                  <a:txBody>
                    <a:bodyPr/>
                    <a:lstStyle/>
                    <a:p>
                      <a:pPr>
                        <a:buNone/>
                      </a:pPr>
                      <a:r>
                        <a:rPr lang="en-US" sz="1200" b="1" dirty="0"/>
                        <a:t>A Review of Machine Learning Techniques for Predictive Maintenance in Industry 4.0 </a:t>
                      </a:r>
                      <a:r>
                        <a:rPr lang="en-US" sz="1200" dirty="0"/>
                        <a:t>– </a:t>
                      </a:r>
                      <a:r>
                        <a:rPr lang="en-US" sz="1200" dirty="0">
                          <a:hlinkClick r:id="rId13"/>
                        </a:rPr>
                        <a:t>https://ieeexplore-ieee-org-kkwagh.knimbus.com/document/10927025</a:t>
                      </a:r>
                      <a:endParaRPr lang="en-US" sz="1200" dirty="0"/>
                    </a:p>
                  </a:txBody>
                  <a:tcPr marL="55084" marR="55084" marT="27542" marB="27542" anchor="ctr"/>
                </a:tc>
                <a:extLst>
                  <a:ext uri="{0D108BD9-81ED-4DB2-BD59-A6C34878D82A}">
                    <a16:rowId xmlns:a16="http://schemas.microsoft.com/office/drawing/2014/main" val="3483743208"/>
                  </a:ext>
                </a:extLst>
              </a:tr>
            </a:tbl>
          </a:graphicData>
        </a:graphic>
      </p:graphicFrame>
    </p:spTree>
    <p:extLst>
      <p:ext uri="{BB962C8B-B14F-4D97-AF65-F5344CB8AC3E}">
        <p14:creationId xmlns:p14="http://schemas.microsoft.com/office/powerpoint/2010/main" val="283148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1"/>
          <p:cNvSpPr txBox="1">
            <a:spLocks noGrp="1"/>
          </p:cNvSpPr>
          <p:nvPr>
            <p:ph type="ctrTitle"/>
          </p:nvPr>
        </p:nvSpPr>
        <p:spPr>
          <a:xfrm>
            <a:off x="1104900" y="2292094"/>
            <a:ext cx="10096500" cy="2219691"/>
          </a:xfrm>
          <a:prstGeom prst="rect">
            <a:avLst/>
          </a:prstGeom>
          <a:noFill/>
          <a:ln>
            <a:noFill/>
          </a:ln>
        </p:spPr>
        <p:txBody>
          <a:bodyPr spcFirstLastPara="1" wrap="square" lIns="0" tIns="45700" rIns="0"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IN" dirty="0"/>
              <a:t>THANK YOU !!</a:t>
            </a:r>
            <a:endParaRPr dirty="0"/>
          </a:p>
        </p:txBody>
      </p:sp>
      <p:sp>
        <p:nvSpPr>
          <p:cNvPr id="140" name="Google Shape;140;p21"/>
          <p:cNvSpPr txBox="1">
            <a:spLocks noGrp="1"/>
          </p:cNvSpPr>
          <p:nvPr>
            <p:ph type="subTitle" idx="1"/>
          </p:nvPr>
        </p:nvSpPr>
        <p:spPr>
          <a:xfrm>
            <a:off x="1104898" y="4062550"/>
            <a:ext cx="10096501" cy="1496421"/>
          </a:xfrm>
          <a:prstGeom prst="rect">
            <a:avLst/>
          </a:prstGeom>
          <a:noFill/>
          <a:ln>
            <a:noFill/>
          </a:ln>
        </p:spPr>
        <p:txBody>
          <a:bodyPr spcFirstLastPara="1" wrap="square" lIns="0" tIns="45700" rIns="0" bIns="45700" anchor="t" anchorCtr="0">
            <a:normAutofit/>
          </a:bodyPr>
          <a:lstStyle/>
          <a:p>
            <a:pPr marL="0" lvl="0" indent="0" algn="l" rtl="0">
              <a:lnSpc>
                <a:spcPct val="90000"/>
              </a:lnSpc>
              <a:spcBef>
                <a:spcPts val="0"/>
              </a:spcBef>
              <a:spcAft>
                <a:spcPts val="0"/>
              </a:spcAft>
              <a:buClr>
                <a:schemeClr val="dk1"/>
              </a:buClr>
              <a:buSzPts val="1800"/>
              <a:buNone/>
            </a:pPr>
            <a:r>
              <a:rPr lang="en-IN" dirty="0"/>
              <a:t>Name of Team:  PID-4</a:t>
            </a:r>
            <a:endParaRPr dirty="0"/>
          </a:p>
          <a:p>
            <a:pPr marL="0" lvl="0" indent="0" algn="l" rtl="0">
              <a:lnSpc>
                <a:spcPct val="90000"/>
              </a:lnSpc>
              <a:spcBef>
                <a:spcPts val="0"/>
              </a:spcBef>
              <a:spcAft>
                <a:spcPts val="0"/>
              </a:spcAft>
              <a:buClr>
                <a:schemeClr val="dk1"/>
              </a:buClr>
              <a:buSzPts val="1800"/>
              <a:buNone/>
            </a:pPr>
            <a:r>
              <a:rPr lang="en-IN" dirty="0"/>
              <a:t>Email :</a:t>
            </a:r>
            <a:r>
              <a:rPr lang="en-IN" dirty="0">
                <a:solidFill>
                  <a:srgbClr val="4A86E8"/>
                </a:solidFill>
              </a:rPr>
              <a:t> aimms.pid4@gmail.com</a:t>
            </a:r>
            <a:endParaRPr dirty="0">
              <a:solidFill>
                <a:srgbClr val="4A86E8"/>
              </a:solidFill>
            </a:endParaRPr>
          </a:p>
          <a:p>
            <a:pPr marL="0" lvl="0" indent="0" algn="l" rtl="0">
              <a:lnSpc>
                <a:spcPct val="90000"/>
              </a:lnSpc>
              <a:spcBef>
                <a:spcPts val="0"/>
              </a:spcBef>
              <a:spcAft>
                <a:spcPts val="0"/>
              </a:spcAft>
              <a:buClr>
                <a:schemeClr val="dk1"/>
              </a:buClr>
              <a:buSzPts val="1800"/>
              <a:buNone/>
            </a:pPr>
            <a:r>
              <a:rPr lang="en-IN" dirty="0"/>
              <a:t>Department of Computer Engineering</a:t>
            </a:r>
            <a:endParaRPr dirty="0"/>
          </a:p>
          <a:p>
            <a:pPr marL="0" lvl="0" indent="0" algn="l" rtl="0">
              <a:lnSpc>
                <a:spcPct val="90000"/>
              </a:lnSpc>
              <a:spcBef>
                <a:spcPts val="0"/>
              </a:spcBef>
              <a:spcAft>
                <a:spcPts val="0"/>
              </a:spcAft>
              <a:buClr>
                <a:schemeClr val="dk1"/>
              </a:buClr>
              <a:buSzPts val="1800"/>
              <a:buNone/>
            </a:pPr>
            <a:r>
              <a:rPr lang="en-IN" dirty="0" err="1"/>
              <a:t>K.K.Wagh</a:t>
            </a:r>
            <a:r>
              <a:rPr lang="en-IN" dirty="0"/>
              <a:t> Institute of Engineering Education &amp; Research, Nashik</a:t>
            </a:r>
            <a:endParaRPr dirty="0"/>
          </a:p>
          <a:p>
            <a:pPr marL="0" lvl="0" indent="0" algn="l" rtl="0">
              <a:lnSpc>
                <a:spcPct val="90000"/>
              </a:lnSpc>
              <a:spcBef>
                <a:spcPts val="0"/>
              </a:spcBef>
              <a:spcAft>
                <a:spcPts val="0"/>
              </a:spcAft>
              <a:buClr>
                <a:schemeClr val="dk1"/>
              </a:buClr>
              <a:buSzPts val="1800"/>
              <a:buNone/>
            </a:pPr>
            <a:endParaRPr dirty="0"/>
          </a:p>
        </p:txBody>
      </p:sp>
      <p:pic>
        <p:nvPicPr>
          <p:cNvPr id="141" name="Google Shape;141;p21"/>
          <p:cNvPicPr preferRelativeResize="0"/>
          <p:nvPr/>
        </p:nvPicPr>
        <p:blipFill rotWithShape="1">
          <a:blip r:embed="rId3">
            <a:alphaModFix/>
          </a:blip>
          <a:srcRect/>
          <a:stretch/>
        </p:blipFill>
        <p:spPr>
          <a:xfrm>
            <a:off x="9691631" y="1352533"/>
            <a:ext cx="2228612" cy="1860930"/>
          </a:xfrm>
          <a:prstGeom prst="rect">
            <a:avLst/>
          </a:prstGeom>
          <a:noFill/>
          <a:ln>
            <a:noFill/>
          </a:ln>
        </p:spPr>
      </p:pic>
      <p:sp>
        <p:nvSpPr>
          <p:cNvPr id="142" name="Google Shape;142;p21"/>
          <p:cNvSpPr txBox="1">
            <a:spLocks noGrp="1"/>
          </p:cNvSpPr>
          <p:nvPr>
            <p:ph type="sldNum" idx="12"/>
          </p:nvPr>
        </p:nvSpPr>
        <p:spPr>
          <a:xfrm>
            <a:off x="9256782" y="6356351"/>
            <a:ext cx="1828800" cy="365100"/>
          </a:xfrm>
          <a:prstGeom prst="rect">
            <a:avLst/>
          </a:prstGeom>
          <a:noFill/>
          <a:ln>
            <a:noFill/>
          </a:ln>
        </p:spPr>
        <p:txBody>
          <a:bodyPr spcFirstLastPara="1" wrap="square" lIns="0" tIns="45700" rIns="0"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15</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tf03431380_win32">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TotalTime>
  <Words>1878</Words>
  <Application>Microsoft Office PowerPoint</Application>
  <PresentationFormat>Widescreen</PresentationFormat>
  <Paragraphs>124</Paragraphs>
  <Slides>15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Noto Sans Symbols</vt:lpstr>
      <vt:lpstr>Times New Roman</vt:lpstr>
      <vt:lpstr>tf03431380_win32</vt:lpstr>
      <vt:lpstr>Seminar Topic</vt:lpstr>
      <vt:lpstr>Outline</vt:lpstr>
      <vt:lpstr>Introduction</vt:lpstr>
      <vt:lpstr>Problem Statement</vt:lpstr>
      <vt:lpstr>Objectives</vt:lpstr>
      <vt:lpstr>Literature Review</vt:lpstr>
      <vt:lpstr>Methodology of Performance Analysis</vt:lpstr>
      <vt:lpstr>Worker Performance </vt:lpstr>
      <vt:lpstr>Machine Performance</vt:lpstr>
      <vt:lpstr>Company Performance </vt:lpstr>
      <vt:lpstr>Block Diagram of Performance Analysis</vt:lpstr>
      <vt:lpstr>Expected outcome</vt:lpstr>
      <vt:lpstr>Summary</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Khanderao Gaikwad</dc:creator>
  <cp:lastModifiedBy>sharvari wagh</cp:lastModifiedBy>
  <cp:revision>4</cp:revision>
  <dcterms:modified xsi:type="dcterms:W3CDTF">2026-03-22T06:55:01Z</dcterms:modified>
</cp:coreProperties>
</file>